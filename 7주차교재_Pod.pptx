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34"/>
  </p:notesMasterIdLst>
  <p:sldIdLst>
    <p:sldId id="1193" r:id="rId2"/>
    <p:sldId id="1441" r:id="rId3"/>
    <p:sldId id="1197" r:id="rId4"/>
    <p:sldId id="1440" r:id="rId5"/>
    <p:sldId id="972" r:id="rId6"/>
    <p:sldId id="1281" r:id="rId7"/>
    <p:sldId id="973" r:id="rId8"/>
    <p:sldId id="982" r:id="rId9"/>
    <p:sldId id="980" r:id="rId10"/>
    <p:sldId id="1210" r:id="rId11"/>
    <p:sldId id="1211" r:id="rId12"/>
    <p:sldId id="1212" r:id="rId13"/>
    <p:sldId id="1213" r:id="rId14"/>
    <p:sldId id="1214" r:id="rId15"/>
    <p:sldId id="1246" r:id="rId16"/>
    <p:sldId id="984" r:id="rId17"/>
    <p:sldId id="1215" r:id="rId18"/>
    <p:sldId id="1209" r:id="rId19"/>
    <p:sldId id="1247" r:id="rId20"/>
    <p:sldId id="986" r:id="rId21"/>
    <p:sldId id="989" r:id="rId22"/>
    <p:sldId id="1216" r:id="rId23"/>
    <p:sldId id="1217" r:id="rId24"/>
    <p:sldId id="1229" r:id="rId25"/>
    <p:sldId id="993" r:id="rId26"/>
    <p:sldId id="1225" r:id="rId27"/>
    <p:sldId id="994" r:id="rId28"/>
    <p:sldId id="1000" r:id="rId29"/>
    <p:sldId id="1221" r:id="rId30"/>
    <p:sldId id="1227" r:id="rId31"/>
    <p:sldId id="1228" r:id="rId32"/>
    <p:sldId id="1274" r:id="rId33"/>
  </p:sldIdLst>
  <p:sldSz cx="12192000" cy="6858000"/>
  <p:notesSz cx="6815138" cy="99456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717164-F1C8-4B22-88B9-B1C5AC12E784}" v="66" dt="2026-10-16T00:26:03.5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85328" autoAdjust="0"/>
  </p:normalViewPr>
  <p:slideViewPr>
    <p:cSldViewPr snapToGrid="0">
      <p:cViewPr varScale="1">
        <p:scale>
          <a:sx n="71" d="100"/>
          <a:sy n="71" d="100"/>
        </p:scale>
        <p:origin x="1247" y="6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 Kwon" userId="6622d71374edf8bd" providerId="LiveId" clId="{8FF6C5F1-C744-4043-8160-8AEABE1D4AEB}"/>
    <pc:docChg chg="addSld modSld">
      <pc:chgData name="Sora Kwon" userId="6622d71374edf8bd" providerId="LiveId" clId="{8FF6C5F1-C744-4043-8160-8AEABE1D4AEB}" dt="2026-10-16T00:26:03.510" v="62"/>
      <pc:docMkLst>
        <pc:docMk/>
      </pc:docMkLst>
      <pc:sldChg chg="add">
        <pc:chgData name="Sora Kwon" userId="6622d71374edf8bd" providerId="LiveId" clId="{8FF6C5F1-C744-4043-8160-8AEABE1D4AEB}" dt="2026-10-16T00:09:06.660" v="20"/>
        <pc:sldMkLst>
          <pc:docMk/>
          <pc:sldMk cId="2334716660" sldId="972"/>
        </pc:sldMkLst>
      </pc:sldChg>
      <pc:sldChg chg="addSp modSp add">
        <pc:chgData name="Sora Kwon" userId="6622d71374edf8bd" providerId="LiveId" clId="{8FF6C5F1-C744-4043-8160-8AEABE1D4AEB}" dt="2026-10-16T00:21:11.864" v="29"/>
        <pc:sldMkLst>
          <pc:docMk/>
          <pc:sldMk cId="739050179" sldId="973"/>
        </pc:sldMkLst>
        <pc:spChg chg="add mod">
          <ac:chgData name="Sora Kwon" userId="6622d71374edf8bd" providerId="LiveId" clId="{8FF6C5F1-C744-4043-8160-8AEABE1D4AEB}" dt="2026-10-16T00:12:23.425" v="23"/>
          <ac:spMkLst>
            <pc:docMk/>
            <pc:sldMk cId="739050179" sldId="973"/>
            <ac:spMk id="2" creationId="{B6C90897-5BCE-D485-E49E-128E2CC9424E}"/>
          </ac:spMkLst>
        </pc:spChg>
        <pc:spChg chg="mod">
          <ac:chgData name="Sora Kwon" userId="6622d71374edf8bd" providerId="LiveId" clId="{8FF6C5F1-C744-4043-8160-8AEABE1D4AEB}" dt="2026-10-16T00:21:11.864" v="29"/>
          <ac:spMkLst>
            <pc:docMk/>
            <pc:sldMk cId="739050179" sldId="973"/>
            <ac:spMk id="9" creationId="{00000000-0000-0000-0000-000000000000}"/>
          </ac:spMkLst>
        </pc:spChg>
        <pc:spChg chg="mod">
          <ac:chgData name="Sora Kwon" userId="6622d71374edf8bd" providerId="LiveId" clId="{8FF6C5F1-C744-4043-8160-8AEABE1D4AEB}" dt="2026-10-16T00:20:55.191" v="28"/>
          <ac:spMkLst>
            <pc:docMk/>
            <pc:sldMk cId="739050179" sldId="973"/>
            <ac:spMk id="11" creationId="{00000000-0000-0000-0000-000000000000}"/>
          </ac:spMkLst>
        </pc:spChg>
      </pc:sldChg>
      <pc:sldChg chg="modSp">
        <pc:chgData name="Sora Kwon" userId="6622d71374edf8bd" providerId="LiveId" clId="{8FF6C5F1-C744-4043-8160-8AEABE1D4AEB}" dt="2026-10-16T00:05:10.445" v="19"/>
        <pc:sldMkLst>
          <pc:docMk/>
          <pc:sldMk cId="1413853239" sldId="973"/>
        </pc:sldMkLst>
        <pc:spChg chg="mod">
          <ac:chgData name="Sora Kwon" userId="6622d71374edf8bd" providerId="LiveId" clId="{8FF6C5F1-C744-4043-8160-8AEABE1D4AEB}" dt="2026-10-15T23:58:51.962" v="1"/>
          <ac:spMkLst>
            <pc:docMk/>
            <pc:sldMk cId="1413853239" sldId="973"/>
            <ac:spMk id="9" creationId="{00000000-0000-0000-0000-000000000000}"/>
          </ac:spMkLst>
        </pc:spChg>
        <pc:spChg chg="mod">
          <ac:chgData name="Sora Kwon" userId="6622d71374edf8bd" providerId="LiveId" clId="{8FF6C5F1-C744-4043-8160-8AEABE1D4AEB}" dt="2026-10-16T00:05:10.445" v="19"/>
          <ac:spMkLst>
            <pc:docMk/>
            <pc:sldMk cId="1413853239" sldId="973"/>
            <ac:spMk id="11" creationId="{00000000-0000-0000-0000-000000000000}"/>
          </ac:spMkLst>
        </pc:spChg>
      </pc:sldChg>
      <pc:sldChg chg="addSp modSp">
        <pc:chgData name="Sora Kwon" userId="6622d71374edf8bd" providerId="LiveId" clId="{8FF6C5F1-C744-4043-8160-8AEABE1D4AEB}" dt="2026-10-16T00:23:30.114" v="38"/>
        <pc:sldMkLst>
          <pc:docMk/>
          <pc:sldMk cId="1085432371" sldId="980"/>
        </pc:sldMkLst>
        <pc:spChg chg="add mod">
          <ac:chgData name="Sora Kwon" userId="6622d71374edf8bd" providerId="LiveId" clId="{8FF6C5F1-C744-4043-8160-8AEABE1D4AEB}" dt="2026-10-16T00:23:30.114" v="38"/>
          <ac:spMkLst>
            <pc:docMk/>
            <pc:sldMk cId="1085432371" sldId="980"/>
            <ac:spMk id="2" creationId="{D46338B8-E041-5D8F-11DA-B6CC83B260F2}"/>
          </ac:spMkLst>
        </pc:spChg>
      </pc:sldChg>
      <pc:sldChg chg="addSp modSp">
        <pc:chgData name="Sora Kwon" userId="6622d71374edf8bd" providerId="LiveId" clId="{8FF6C5F1-C744-4043-8160-8AEABE1D4AEB}" dt="2026-10-16T00:23:28.568" v="37"/>
        <pc:sldMkLst>
          <pc:docMk/>
          <pc:sldMk cId="263030391" sldId="982"/>
        </pc:sldMkLst>
        <pc:spChg chg="add mod">
          <ac:chgData name="Sora Kwon" userId="6622d71374edf8bd" providerId="LiveId" clId="{8FF6C5F1-C744-4043-8160-8AEABE1D4AEB}" dt="2026-10-16T00:23:28.568" v="37"/>
          <ac:spMkLst>
            <pc:docMk/>
            <pc:sldMk cId="263030391" sldId="982"/>
            <ac:spMk id="4" creationId="{E859237A-5876-1DA2-DFF9-07CD877C67AA}"/>
          </ac:spMkLst>
        </pc:spChg>
      </pc:sldChg>
      <pc:sldChg chg="addSp modSp">
        <pc:chgData name="Sora Kwon" userId="6622d71374edf8bd" providerId="LiveId" clId="{8FF6C5F1-C744-4043-8160-8AEABE1D4AEB}" dt="2026-10-16T00:24:16.773" v="45"/>
        <pc:sldMkLst>
          <pc:docMk/>
          <pc:sldMk cId="738134824" sldId="984"/>
        </pc:sldMkLst>
        <pc:spChg chg="add mod">
          <ac:chgData name="Sora Kwon" userId="6622d71374edf8bd" providerId="LiveId" clId="{8FF6C5F1-C744-4043-8160-8AEABE1D4AEB}" dt="2026-10-16T00:24:16.773" v="45"/>
          <ac:spMkLst>
            <pc:docMk/>
            <pc:sldMk cId="738134824" sldId="984"/>
            <ac:spMk id="3" creationId="{C38C3ECB-B0A2-2198-0BDB-F5CADDB8E28E}"/>
          </ac:spMkLst>
        </pc:spChg>
      </pc:sldChg>
      <pc:sldChg chg="addSp modSp">
        <pc:chgData name="Sora Kwon" userId="6622d71374edf8bd" providerId="LiveId" clId="{8FF6C5F1-C744-4043-8160-8AEABE1D4AEB}" dt="2026-10-16T00:24:29.070" v="49"/>
        <pc:sldMkLst>
          <pc:docMk/>
          <pc:sldMk cId="3730310625" sldId="986"/>
        </pc:sldMkLst>
        <pc:spChg chg="add mod">
          <ac:chgData name="Sora Kwon" userId="6622d71374edf8bd" providerId="LiveId" clId="{8FF6C5F1-C744-4043-8160-8AEABE1D4AEB}" dt="2026-10-16T00:24:29.070" v="49"/>
          <ac:spMkLst>
            <pc:docMk/>
            <pc:sldMk cId="3730310625" sldId="986"/>
            <ac:spMk id="2" creationId="{40C98FB5-C1D1-F17A-D3CC-B18D2AD5CD64}"/>
          </ac:spMkLst>
        </pc:spChg>
      </pc:sldChg>
      <pc:sldChg chg="addSp modSp">
        <pc:chgData name="Sora Kwon" userId="6622d71374edf8bd" providerId="LiveId" clId="{8FF6C5F1-C744-4043-8160-8AEABE1D4AEB}" dt="2026-10-16T00:24:30.414" v="50"/>
        <pc:sldMkLst>
          <pc:docMk/>
          <pc:sldMk cId="2943043939" sldId="989"/>
        </pc:sldMkLst>
        <pc:spChg chg="add mod">
          <ac:chgData name="Sora Kwon" userId="6622d71374edf8bd" providerId="LiveId" clId="{8FF6C5F1-C744-4043-8160-8AEABE1D4AEB}" dt="2026-10-16T00:24:30.414" v="50"/>
          <ac:spMkLst>
            <pc:docMk/>
            <pc:sldMk cId="2943043939" sldId="989"/>
            <ac:spMk id="5" creationId="{FD0A98B4-EAE2-07F6-C223-F07F13C7F081}"/>
          </ac:spMkLst>
        </pc:spChg>
      </pc:sldChg>
      <pc:sldChg chg="addSp modSp">
        <pc:chgData name="Sora Kwon" userId="6622d71374edf8bd" providerId="LiveId" clId="{8FF6C5F1-C744-4043-8160-8AEABE1D4AEB}" dt="2026-10-16T00:24:36.322" v="54"/>
        <pc:sldMkLst>
          <pc:docMk/>
          <pc:sldMk cId="2021596309" sldId="993"/>
        </pc:sldMkLst>
        <pc:spChg chg="add mod">
          <ac:chgData name="Sora Kwon" userId="6622d71374edf8bd" providerId="LiveId" clId="{8FF6C5F1-C744-4043-8160-8AEABE1D4AEB}" dt="2026-10-16T00:24:36.322" v="54"/>
          <ac:spMkLst>
            <pc:docMk/>
            <pc:sldMk cId="2021596309" sldId="993"/>
            <ac:spMk id="5" creationId="{1416AA4D-4787-9454-39DB-45C3EDE8C401}"/>
          </ac:spMkLst>
        </pc:spChg>
      </pc:sldChg>
      <pc:sldChg chg="addSp modSp">
        <pc:chgData name="Sora Kwon" userId="6622d71374edf8bd" providerId="LiveId" clId="{8FF6C5F1-C744-4043-8160-8AEABE1D4AEB}" dt="2026-10-16T00:24:38.792" v="56"/>
        <pc:sldMkLst>
          <pc:docMk/>
          <pc:sldMk cId="3794057015" sldId="994"/>
        </pc:sldMkLst>
        <pc:spChg chg="add mod">
          <ac:chgData name="Sora Kwon" userId="6622d71374edf8bd" providerId="LiveId" clId="{8FF6C5F1-C744-4043-8160-8AEABE1D4AEB}" dt="2026-10-16T00:24:38.792" v="56"/>
          <ac:spMkLst>
            <pc:docMk/>
            <pc:sldMk cId="3794057015" sldId="994"/>
            <ac:spMk id="3" creationId="{5F407306-9119-9EE4-80F7-0BD303B282F6}"/>
          </ac:spMkLst>
        </pc:spChg>
      </pc:sldChg>
      <pc:sldChg chg="addSp modSp">
        <pc:chgData name="Sora Kwon" userId="6622d71374edf8bd" providerId="LiveId" clId="{8FF6C5F1-C744-4043-8160-8AEABE1D4AEB}" dt="2026-10-16T00:24:40.126" v="57"/>
        <pc:sldMkLst>
          <pc:docMk/>
          <pc:sldMk cId="519919167" sldId="1000"/>
        </pc:sldMkLst>
        <pc:spChg chg="add mod">
          <ac:chgData name="Sora Kwon" userId="6622d71374edf8bd" providerId="LiveId" clId="{8FF6C5F1-C744-4043-8160-8AEABE1D4AEB}" dt="2026-10-16T00:24:40.126" v="57"/>
          <ac:spMkLst>
            <pc:docMk/>
            <pc:sldMk cId="519919167" sldId="1000"/>
            <ac:spMk id="4" creationId="{FA8CF197-ECF6-991A-57A8-1EF1E2FDB2FF}"/>
          </ac:spMkLst>
        </pc:spChg>
      </pc:sldChg>
      <pc:sldChg chg="modSp">
        <pc:chgData name="Sora Kwon" userId="6622d71374edf8bd" providerId="LiveId" clId="{8FF6C5F1-C744-4043-8160-8AEABE1D4AEB}" dt="2026-10-15T23:58:29.042" v="0"/>
        <pc:sldMkLst>
          <pc:docMk/>
          <pc:sldMk cId="4125920226" sldId="1193"/>
        </pc:sldMkLst>
        <pc:spChg chg="mod">
          <ac:chgData name="Sora Kwon" userId="6622d71374edf8bd" providerId="LiveId" clId="{8FF6C5F1-C744-4043-8160-8AEABE1D4AEB}" dt="2026-10-15T23:58:29.042" v="0"/>
          <ac:spMkLst>
            <pc:docMk/>
            <pc:sldMk cId="4125920226" sldId="1193"/>
            <ac:spMk id="2" creationId="{00000000-0000-0000-0000-000000000000}"/>
          </ac:spMkLst>
        </pc:spChg>
      </pc:sldChg>
      <pc:sldChg chg="add">
        <pc:chgData name="Sora Kwon" userId="6622d71374edf8bd" providerId="LiveId" clId="{8FF6C5F1-C744-4043-8160-8AEABE1D4AEB}" dt="2026-10-16T00:09:06.660" v="20"/>
        <pc:sldMkLst>
          <pc:docMk/>
          <pc:sldMk cId="855229724" sldId="1196"/>
        </pc:sldMkLst>
      </pc:sldChg>
      <pc:sldChg chg="add">
        <pc:chgData name="Sora Kwon" userId="6622d71374edf8bd" providerId="LiveId" clId="{8FF6C5F1-C744-4043-8160-8AEABE1D4AEB}" dt="2026-10-16T00:09:06.660" v="20"/>
        <pc:sldMkLst>
          <pc:docMk/>
          <pc:sldMk cId="1615609429" sldId="1197"/>
        </pc:sldMkLst>
      </pc:sldChg>
      <pc:sldChg chg="addSp modSp">
        <pc:chgData name="Sora Kwon" userId="6622d71374edf8bd" providerId="LiveId" clId="{8FF6C5F1-C744-4043-8160-8AEABE1D4AEB}" dt="2026-10-16T00:24:19.690" v="47"/>
        <pc:sldMkLst>
          <pc:docMk/>
          <pc:sldMk cId="1124845074" sldId="1209"/>
        </pc:sldMkLst>
        <pc:spChg chg="add mod">
          <ac:chgData name="Sora Kwon" userId="6622d71374edf8bd" providerId="LiveId" clId="{8FF6C5F1-C744-4043-8160-8AEABE1D4AEB}" dt="2026-10-16T00:24:19.690" v="47"/>
          <ac:spMkLst>
            <pc:docMk/>
            <pc:sldMk cId="1124845074" sldId="1209"/>
            <ac:spMk id="16" creationId="{60D468A0-A4CB-8AD2-81ED-3A0557224C1D}"/>
          </ac:spMkLst>
        </pc:spChg>
      </pc:sldChg>
      <pc:sldChg chg="addSp modSp">
        <pc:chgData name="Sora Kwon" userId="6622d71374edf8bd" providerId="LiveId" clId="{8FF6C5F1-C744-4043-8160-8AEABE1D4AEB}" dt="2026-10-16T00:23:31.785" v="39"/>
        <pc:sldMkLst>
          <pc:docMk/>
          <pc:sldMk cId="1068533499" sldId="1210"/>
        </pc:sldMkLst>
        <pc:spChg chg="add mod">
          <ac:chgData name="Sora Kwon" userId="6622d71374edf8bd" providerId="LiveId" clId="{8FF6C5F1-C744-4043-8160-8AEABE1D4AEB}" dt="2026-10-16T00:23:31.785" v="39"/>
          <ac:spMkLst>
            <pc:docMk/>
            <pc:sldMk cId="1068533499" sldId="1210"/>
            <ac:spMk id="3" creationId="{DBC0E3F0-035F-6ECA-C0D2-A88C3348A94B}"/>
          </ac:spMkLst>
        </pc:spChg>
      </pc:sldChg>
      <pc:sldChg chg="addSp modSp">
        <pc:chgData name="Sora Kwon" userId="6622d71374edf8bd" providerId="LiveId" clId="{8FF6C5F1-C744-4043-8160-8AEABE1D4AEB}" dt="2026-10-16T00:23:47.655" v="40"/>
        <pc:sldMkLst>
          <pc:docMk/>
          <pc:sldMk cId="2030469822" sldId="1211"/>
        </pc:sldMkLst>
        <pc:spChg chg="add mod">
          <ac:chgData name="Sora Kwon" userId="6622d71374edf8bd" providerId="LiveId" clId="{8FF6C5F1-C744-4043-8160-8AEABE1D4AEB}" dt="2026-10-16T00:23:47.655" v="40"/>
          <ac:spMkLst>
            <pc:docMk/>
            <pc:sldMk cId="2030469822" sldId="1211"/>
            <ac:spMk id="3" creationId="{8B184EF2-9750-6018-0587-0FC2FAB2F522}"/>
          </ac:spMkLst>
        </pc:spChg>
      </pc:sldChg>
      <pc:sldChg chg="addSp modSp">
        <pc:chgData name="Sora Kwon" userId="6622d71374edf8bd" providerId="LiveId" clId="{8FF6C5F1-C744-4043-8160-8AEABE1D4AEB}" dt="2026-10-16T00:24:10.761" v="41"/>
        <pc:sldMkLst>
          <pc:docMk/>
          <pc:sldMk cId="2318661228" sldId="1212"/>
        </pc:sldMkLst>
        <pc:spChg chg="add mod">
          <ac:chgData name="Sora Kwon" userId="6622d71374edf8bd" providerId="LiveId" clId="{8FF6C5F1-C744-4043-8160-8AEABE1D4AEB}" dt="2026-10-16T00:24:10.761" v="41"/>
          <ac:spMkLst>
            <pc:docMk/>
            <pc:sldMk cId="2318661228" sldId="1212"/>
            <ac:spMk id="3" creationId="{A18CB07A-AA71-A79E-4BE5-9527390BCEE3}"/>
          </ac:spMkLst>
        </pc:spChg>
      </pc:sldChg>
      <pc:sldChg chg="addSp modSp">
        <pc:chgData name="Sora Kwon" userId="6622d71374edf8bd" providerId="LiveId" clId="{8FF6C5F1-C744-4043-8160-8AEABE1D4AEB}" dt="2026-10-16T00:24:12.306" v="42"/>
        <pc:sldMkLst>
          <pc:docMk/>
          <pc:sldMk cId="2989652716" sldId="1213"/>
        </pc:sldMkLst>
        <pc:spChg chg="add mod">
          <ac:chgData name="Sora Kwon" userId="6622d71374edf8bd" providerId="LiveId" clId="{8FF6C5F1-C744-4043-8160-8AEABE1D4AEB}" dt="2026-10-16T00:24:12.306" v="42"/>
          <ac:spMkLst>
            <pc:docMk/>
            <pc:sldMk cId="2989652716" sldId="1213"/>
            <ac:spMk id="5" creationId="{F21D085A-A90D-0F21-F58B-DBB0774503F9}"/>
          </ac:spMkLst>
        </pc:spChg>
      </pc:sldChg>
      <pc:sldChg chg="addSp modSp">
        <pc:chgData name="Sora Kwon" userId="6622d71374edf8bd" providerId="LiveId" clId="{8FF6C5F1-C744-4043-8160-8AEABE1D4AEB}" dt="2026-10-16T00:24:13.725" v="43"/>
        <pc:sldMkLst>
          <pc:docMk/>
          <pc:sldMk cId="3704867498" sldId="1214"/>
        </pc:sldMkLst>
        <pc:spChg chg="add mod">
          <ac:chgData name="Sora Kwon" userId="6622d71374edf8bd" providerId="LiveId" clId="{8FF6C5F1-C744-4043-8160-8AEABE1D4AEB}" dt="2026-10-16T00:24:13.725" v="43"/>
          <ac:spMkLst>
            <pc:docMk/>
            <pc:sldMk cId="3704867498" sldId="1214"/>
            <ac:spMk id="3" creationId="{E3AF5BC8-6625-6D8E-7875-3E50B73568C9}"/>
          </ac:spMkLst>
        </pc:spChg>
      </pc:sldChg>
      <pc:sldChg chg="addSp modSp">
        <pc:chgData name="Sora Kwon" userId="6622d71374edf8bd" providerId="LiveId" clId="{8FF6C5F1-C744-4043-8160-8AEABE1D4AEB}" dt="2026-10-16T00:24:18.289" v="46"/>
        <pc:sldMkLst>
          <pc:docMk/>
          <pc:sldMk cId="3707001723" sldId="1215"/>
        </pc:sldMkLst>
        <pc:spChg chg="add mod">
          <ac:chgData name="Sora Kwon" userId="6622d71374edf8bd" providerId="LiveId" clId="{8FF6C5F1-C744-4043-8160-8AEABE1D4AEB}" dt="2026-10-16T00:24:18.289" v="46"/>
          <ac:spMkLst>
            <pc:docMk/>
            <pc:sldMk cId="3707001723" sldId="1215"/>
            <ac:spMk id="3" creationId="{447E2936-A2A6-EE57-049E-019F7B97FFED}"/>
          </ac:spMkLst>
        </pc:spChg>
      </pc:sldChg>
      <pc:sldChg chg="addSp modSp add">
        <pc:chgData name="Sora Kwon" userId="6622d71374edf8bd" providerId="LiveId" clId="{8FF6C5F1-C744-4043-8160-8AEABE1D4AEB}" dt="2026-10-16T00:24:31.754" v="51"/>
        <pc:sldMkLst>
          <pc:docMk/>
          <pc:sldMk cId="1986793717" sldId="1216"/>
        </pc:sldMkLst>
        <pc:spChg chg="add mod">
          <ac:chgData name="Sora Kwon" userId="6622d71374edf8bd" providerId="LiveId" clId="{8FF6C5F1-C744-4043-8160-8AEABE1D4AEB}" dt="2026-10-16T00:24:31.754" v="51"/>
          <ac:spMkLst>
            <pc:docMk/>
            <pc:sldMk cId="1986793717" sldId="1216"/>
            <ac:spMk id="5" creationId="{B63DA1DC-287D-4095-4C36-A2842A1BE675}"/>
          </ac:spMkLst>
        </pc:spChg>
      </pc:sldChg>
      <pc:sldChg chg="addSp modSp add">
        <pc:chgData name="Sora Kwon" userId="6622d71374edf8bd" providerId="LiveId" clId="{8FF6C5F1-C744-4043-8160-8AEABE1D4AEB}" dt="2026-10-16T00:24:33.623" v="52"/>
        <pc:sldMkLst>
          <pc:docMk/>
          <pc:sldMk cId="1462096120" sldId="1217"/>
        </pc:sldMkLst>
        <pc:spChg chg="add mod">
          <ac:chgData name="Sora Kwon" userId="6622d71374edf8bd" providerId="LiveId" clId="{8FF6C5F1-C744-4043-8160-8AEABE1D4AEB}" dt="2026-10-16T00:24:33.623" v="52"/>
          <ac:spMkLst>
            <pc:docMk/>
            <pc:sldMk cId="1462096120" sldId="1217"/>
            <ac:spMk id="3" creationId="{963CDB20-ECC1-EE57-D6D3-10F01E681055}"/>
          </ac:spMkLst>
        </pc:spChg>
      </pc:sldChg>
      <pc:sldChg chg="addSp modSp">
        <pc:chgData name="Sora Kwon" userId="6622d71374edf8bd" providerId="LiveId" clId="{8FF6C5F1-C744-4043-8160-8AEABE1D4AEB}" dt="2026-10-16T00:24:42.744" v="58"/>
        <pc:sldMkLst>
          <pc:docMk/>
          <pc:sldMk cId="573856594" sldId="1221"/>
        </pc:sldMkLst>
        <pc:spChg chg="add mod">
          <ac:chgData name="Sora Kwon" userId="6622d71374edf8bd" providerId="LiveId" clId="{8FF6C5F1-C744-4043-8160-8AEABE1D4AEB}" dt="2026-10-16T00:24:42.744" v="58"/>
          <ac:spMkLst>
            <pc:docMk/>
            <pc:sldMk cId="573856594" sldId="1221"/>
            <ac:spMk id="2" creationId="{2AB8E329-7226-B87B-C949-0F279DF5330A}"/>
          </ac:spMkLst>
        </pc:spChg>
      </pc:sldChg>
      <pc:sldChg chg="addSp modSp">
        <pc:chgData name="Sora Kwon" userId="6622d71374edf8bd" providerId="LiveId" clId="{8FF6C5F1-C744-4043-8160-8AEABE1D4AEB}" dt="2026-10-16T00:24:37.642" v="55"/>
        <pc:sldMkLst>
          <pc:docMk/>
          <pc:sldMk cId="2032690496" sldId="1225"/>
        </pc:sldMkLst>
        <pc:spChg chg="add mod">
          <ac:chgData name="Sora Kwon" userId="6622d71374edf8bd" providerId="LiveId" clId="{8FF6C5F1-C744-4043-8160-8AEABE1D4AEB}" dt="2026-10-16T00:24:37.642" v="55"/>
          <ac:spMkLst>
            <pc:docMk/>
            <pc:sldMk cId="2032690496" sldId="1225"/>
            <ac:spMk id="7" creationId="{283A0B42-36D6-F744-1DC1-A92B78F5D44C}"/>
          </ac:spMkLst>
        </pc:spChg>
      </pc:sldChg>
      <pc:sldChg chg="addSp modSp">
        <pc:chgData name="Sora Kwon" userId="6622d71374edf8bd" providerId="LiveId" clId="{8FF6C5F1-C744-4043-8160-8AEABE1D4AEB}" dt="2026-10-16T00:24:44.193" v="59"/>
        <pc:sldMkLst>
          <pc:docMk/>
          <pc:sldMk cId="4106852430" sldId="1227"/>
        </pc:sldMkLst>
        <pc:spChg chg="add mod">
          <ac:chgData name="Sora Kwon" userId="6622d71374edf8bd" providerId="LiveId" clId="{8FF6C5F1-C744-4043-8160-8AEABE1D4AEB}" dt="2026-10-16T00:24:44.193" v="59"/>
          <ac:spMkLst>
            <pc:docMk/>
            <pc:sldMk cId="4106852430" sldId="1227"/>
            <ac:spMk id="3" creationId="{C6BC47CD-A695-1F7F-936E-C06BC0F4A6C4}"/>
          </ac:spMkLst>
        </pc:spChg>
      </pc:sldChg>
      <pc:sldChg chg="addSp modSp">
        <pc:chgData name="Sora Kwon" userId="6622d71374edf8bd" providerId="LiveId" clId="{8FF6C5F1-C744-4043-8160-8AEABE1D4AEB}" dt="2026-10-16T00:24:45.997" v="60"/>
        <pc:sldMkLst>
          <pc:docMk/>
          <pc:sldMk cId="1806685845" sldId="1228"/>
        </pc:sldMkLst>
        <pc:spChg chg="add mod">
          <ac:chgData name="Sora Kwon" userId="6622d71374edf8bd" providerId="LiveId" clId="{8FF6C5F1-C744-4043-8160-8AEABE1D4AEB}" dt="2026-10-16T00:24:45.997" v="60"/>
          <ac:spMkLst>
            <pc:docMk/>
            <pc:sldMk cId="1806685845" sldId="1228"/>
            <ac:spMk id="3" creationId="{1242B383-6D25-5C89-2201-C46E3F090DB2}"/>
          </ac:spMkLst>
        </pc:spChg>
      </pc:sldChg>
      <pc:sldChg chg="addSp modSp add">
        <pc:chgData name="Sora Kwon" userId="6622d71374edf8bd" providerId="LiveId" clId="{8FF6C5F1-C744-4043-8160-8AEABE1D4AEB}" dt="2026-10-16T00:24:34.970" v="53"/>
        <pc:sldMkLst>
          <pc:docMk/>
          <pc:sldMk cId="739212276" sldId="1229"/>
        </pc:sldMkLst>
        <pc:spChg chg="add mod">
          <ac:chgData name="Sora Kwon" userId="6622d71374edf8bd" providerId="LiveId" clId="{8FF6C5F1-C744-4043-8160-8AEABE1D4AEB}" dt="2026-10-16T00:24:34.970" v="53"/>
          <ac:spMkLst>
            <pc:docMk/>
            <pc:sldMk cId="739212276" sldId="1229"/>
            <ac:spMk id="3" creationId="{0FDDB30F-28F6-93F9-0B57-126B05757BDB}"/>
          </ac:spMkLst>
        </pc:spChg>
      </pc:sldChg>
      <pc:sldChg chg="addSp modSp">
        <pc:chgData name="Sora Kwon" userId="6622d71374edf8bd" providerId="LiveId" clId="{8FF6C5F1-C744-4043-8160-8AEABE1D4AEB}" dt="2026-10-16T00:24:15.268" v="44"/>
        <pc:sldMkLst>
          <pc:docMk/>
          <pc:sldMk cId="2681064116" sldId="1246"/>
        </pc:sldMkLst>
        <pc:spChg chg="add mod">
          <ac:chgData name="Sora Kwon" userId="6622d71374edf8bd" providerId="LiveId" clId="{8FF6C5F1-C744-4043-8160-8AEABE1D4AEB}" dt="2026-10-16T00:24:15.268" v="44"/>
          <ac:spMkLst>
            <pc:docMk/>
            <pc:sldMk cId="2681064116" sldId="1246"/>
            <ac:spMk id="3" creationId="{91B3F93F-A812-52F4-93FC-B7E8F2D0342F}"/>
          </ac:spMkLst>
        </pc:spChg>
      </pc:sldChg>
      <pc:sldChg chg="addSp modSp">
        <pc:chgData name="Sora Kwon" userId="6622d71374edf8bd" providerId="LiveId" clId="{8FF6C5F1-C744-4043-8160-8AEABE1D4AEB}" dt="2026-10-16T00:24:27.594" v="48"/>
        <pc:sldMkLst>
          <pc:docMk/>
          <pc:sldMk cId="4162736550" sldId="1247"/>
        </pc:sldMkLst>
        <pc:spChg chg="add mod">
          <ac:chgData name="Sora Kwon" userId="6622d71374edf8bd" providerId="LiveId" clId="{8FF6C5F1-C744-4043-8160-8AEABE1D4AEB}" dt="2026-10-16T00:24:27.594" v="48"/>
          <ac:spMkLst>
            <pc:docMk/>
            <pc:sldMk cId="4162736550" sldId="1247"/>
            <ac:spMk id="3" creationId="{060D767B-354C-7718-CAE7-444BF5E76C58}"/>
          </ac:spMkLst>
        </pc:spChg>
      </pc:sldChg>
      <pc:sldChg chg="add">
        <pc:chgData name="Sora Kwon" userId="6622d71374edf8bd" providerId="LiveId" clId="{8FF6C5F1-C744-4043-8160-8AEABE1D4AEB}" dt="2026-10-16T00:23:20.011" v="36"/>
        <pc:sldMkLst>
          <pc:docMk/>
          <pc:sldMk cId="3060778714" sldId="1274"/>
        </pc:sldMkLst>
      </pc:sldChg>
      <pc:sldChg chg="add">
        <pc:chgData name="Sora Kwon" userId="6622d71374edf8bd" providerId="LiveId" clId="{8FF6C5F1-C744-4043-8160-8AEABE1D4AEB}" dt="2026-10-16T00:09:06.660" v="20"/>
        <pc:sldMkLst>
          <pc:docMk/>
          <pc:sldMk cId="3274436939" sldId="1281"/>
        </pc:sldMkLst>
      </pc:sldChg>
      <pc:sldChg chg="modSp add">
        <pc:chgData name="Sora Kwon" userId="6622d71374edf8bd" providerId="LiveId" clId="{8FF6C5F1-C744-4043-8160-8AEABE1D4AEB}" dt="2026-10-16T00:10:28.653" v="21" actId="1076"/>
        <pc:sldMkLst>
          <pc:docMk/>
          <pc:sldMk cId="1786459190" sldId="1440"/>
        </pc:sldMkLst>
        <pc:picChg chg="mod">
          <ac:chgData name="Sora Kwon" userId="6622d71374edf8bd" providerId="LiveId" clId="{8FF6C5F1-C744-4043-8160-8AEABE1D4AEB}" dt="2026-10-16T00:10:28.653" v="21" actId="1076"/>
          <ac:picMkLst>
            <pc:docMk/>
            <pc:sldMk cId="1786459190" sldId="1440"/>
            <ac:picMk id="9" creationId="{AEA0815D-7ED2-3567-1CB6-22535E60FE5C}"/>
          </ac:picMkLst>
        </pc:picChg>
      </pc:sldChg>
      <pc:sldChg chg="addSp modSp">
        <pc:chgData name="Sora Kwon" userId="6622d71374edf8bd" providerId="LiveId" clId="{8FF6C5F1-C744-4043-8160-8AEABE1D4AEB}" dt="2026-10-16T00:26:03.510" v="62"/>
        <pc:sldMkLst>
          <pc:docMk/>
          <pc:sldMk cId="43867580" sldId="1441"/>
        </pc:sldMkLst>
        <pc:spChg chg="mod">
          <ac:chgData name="Sora Kwon" userId="6622d71374edf8bd" providerId="LiveId" clId="{8FF6C5F1-C744-4043-8160-8AEABE1D4AEB}" dt="2026-10-16T00:25:28" v="61"/>
          <ac:spMkLst>
            <pc:docMk/>
            <pc:sldMk cId="43867580" sldId="1441"/>
            <ac:spMk id="2" creationId="{CC3F4323-006C-4D06-8A2A-7531A94C8493}"/>
          </ac:spMkLst>
        </pc:spChg>
        <pc:spChg chg="mod">
          <ac:chgData name="Sora Kwon" userId="6622d71374edf8bd" providerId="LiveId" clId="{8FF6C5F1-C744-4043-8160-8AEABE1D4AEB}" dt="2026-10-16T00:22:22.743" v="31"/>
          <ac:spMkLst>
            <pc:docMk/>
            <pc:sldMk cId="43867580" sldId="1441"/>
            <ac:spMk id="3" creationId="{0F63E22D-D9E4-B17A-46AB-2607C9967858}"/>
          </ac:spMkLst>
        </pc:spChg>
        <pc:spChg chg="add mod">
          <ac:chgData name="Sora Kwon" userId="6622d71374edf8bd" providerId="LiveId" clId="{8FF6C5F1-C744-4043-8160-8AEABE1D4AEB}" dt="2026-10-16T00:26:03.510" v="62"/>
          <ac:spMkLst>
            <pc:docMk/>
            <pc:sldMk cId="43867580" sldId="1441"/>
            <ac:spMk id="5" creationId="{222762A5-0CB7-F783-FC46-24D6A72F4130}"/>
          </ac:spMkLst>
        </pc:spChg>
      </pc:sldChg>
      <pc:sldChg chg="add">
        <pc:chgData name="Sora Kwon" userId="6622d71374edf8bd" providerId="LiveId" clId="{8FF6C5F1-C744-4043-8160-8AEABE1D4AEB}" dt="2026-10-16T00:09:06.660" v="20"/>
        <pc:sldMkLst>
          <pc:docMk/>
          <pc:sldMk cId="2235870723" sldId="1441"/>
        </pc:sldMkLst>
      </pc:sldChg>
      <pc:sldChg chg="add">
        <pc:chgData name="Sora Kwon" userId="6622d71374edf8bd" providerId="LiveId" clId="{8FF6C5F1-C744-4043-8160-8AEABE1D4AEB}" dt="2026-10-16T00:09:06.660" v="20"/>
        <pc:sldMkLst>
          <pc:docMk/>
          <pc:sldMk cId="4023921277" sldId="1442"/>
        </pc:sldMkLst>
      </pc:sldChg>
      <pc:sldChg chg="add">
        <pc:chgData name="Sora Kwon" userId="6622d71374edf8bd" providerId="LiveId" clId="{8FF6C5F1-C744-4043-8160-8AEABE1D4AEB}" dt="2026-10-16T00:09:06.660" v="20"/>
        <pc:sldMkLst>
          <pc:docMk/>
          <pc:sldMk cId="673884043" sldId="1443"/>
        </pc:sldMkLst>
      </pc:sldChg>
      <pc:sldChg chg="modSp add">
        <pc:chgData name="Sora Kwon" userId="6622d71374edf8bd" providerId="LiveId" clId="{8FF6C5F1-C744-4043-8160-8AEABE1D4AEB}" dt="2026-10-16T00:13:13.256" v="24" actId="1076"/>
        <pc:sldMkLst>
          <pc:docMk/>
          <pc:sldMk cId="3221149092" sldId="1444"/>
        </pc:sldMkLst>
        <pc:spChg chg="mod">
          <ac:chgData name="Sora Kwon" userId="6622d71374edf8bd" providerId="LiveId" clId="{8FF6C5F1-C744-4043-8160-8AEABE1D4AEB}" dt="2026-10-16T00:13:13.256" v="24" actId="1076"/>
          <ac:spMkLst>
            <pc:docMk/>
            <pc:sldMk cId="3221149092" sldId="1444"/>
            <ac:spMk id="6" creationId="{8FCE4A05-2C32-3658-5ACA-206F6367B379}"/>
          </ac:spMkLst>
        </pc:spChg>
        <pc:spChg chg="mod">
          <ac:chgData name="Sora Kwon" userId="6622d71374edf8bd" providerId="LiveId" clId="{8FF6C5F1-C744-4043-8160-8AEABE1D4AEB}" dt="2026-10-16T00:13:13.256" v="24" actId="1076"/>
          <ac:spMkLst>
            <pc:docMk/>
            <pc:sldMk cId="3221149092" sldId="1444"/>
            <ac:spMk id="14" creationId="{4A1C1DFB-C7C0-0440-DC8D-C88E438D9C76}"/>
          </ac:spMkLst>
        </pc:spChg>
        <pc:spChg chg="mod">
          <ac:chgData name="Sora Kwon" userId="6622d71374edf8bd" providerId="LiveId" clId="{8FF6C5F1-C744-4043-8160-8AEABE1D4AEB}" dt="2026-10-16T00:13:13.256" v="24" actId="1076"/>
          <ac:spMkLst>
            <pc:docMk/>
            <pc:sldMk cId="3221149092" sldId="1444"/>
            <ac:spMk id="25" creationId="{ED04168C-6884-1895-FF7C-547AC5856C41}"/>
          </ac:spMkLst>
        </pc:spChg>
        <pc:spChg chg="mod">
          <ac:chgData name="Sora Kwon" userId="6622d71374edf8bd" providerId="LiveId" clId="{8FF6C5F1-C744-4043-8160-8AEABE1D4AEB}" dt="2026-10-16T00:13:13.256" v="24" actId="1076"/>
          <ac:spMkLst>
            <pc:docMk/>
            <pc:sldMk cId="3221149092" sldId="1444"/>
            <ac:spMk id="26" creationId="{BD261262-DEB3-78E4-2EF0-03AB3606B3A9}"/>
          </ac:spMkLst>
        </pc:spChg>
        <pc:spChg chg="mod">
          <ac:chgData name="Sora Kwon" userId="6622d71374edf8bd" providerId="LiveId" clId="{8FF6C5F1-C744-4043-8160-8AEABE1D4AEB}" dt="2026-10-16T00:13:13.256" v="24" actId="1076"/>
          <ac:spMkLst>
            <pc:docMk/>
            <pc:sldMk cId="3221149092" sldId="1444"/>
            <ac:spMk id="27" creationId="{D5F236E4-082C-0755-A9B5-B544BF4CD381}"/>
          </ac:spMkLst>
        </pc:spChg>
        <pc:spChg chg="mod">
          <ac:chgData name="Sora Kwon" userId="6622d71374edf8bd" providerId="LiveId" clId="{8FF6C5F1-C744-4043-8160-8AEABE1D4AEB}" dt="2026-10-16T00:13:13.256" v="24" actId="1076"/>
          <ac:spMkLst>
            <pc:docMk/>
            <pc:sldMk cId="3221149092" sldId="1444"/>
            <ac:spMk id="31" creationId="{DF3AE8F8-78A8-C8A7-A151-C4605A578F08}"/>
          </ac:spMkLst>
        </pc:spChg>
        <pc:spChg chg="mod">
          <ac:chgData name="Sora Kwon" userId="6622d71374edf8bd" providerId="LiveId" clId="{8FF6C5F1-C744-4043-8160-8AEABE1D4AEB}" dt="2026-10-16T00:13:13.256" v="24" actId="1076"/>
          <ac:spMkLst>
            <pc:docMk/>
            <pc:sldMk cId="3221149092" sldId="1444"/>
            <ac:spMk id="33" creationId="{E10CF704-A16A-87CD-F6A8-D4143EDA62E2}"/>
          </ac:spMkLst>
        </pc:spChg>
        <pc:spChg chg="mod">
          <ac:chgData name="Sora Kwon" userId="6622d71374edf8bd" providerId="LiveId" clId="{8FF6C5F1-C744-4043-8160-8AEABE1D4AEB}" dt="2026-10-16T00:13:13.256" v="24" actId="1076"/>
          <ac:spMkLst>
            <pc:docMk/>
            <pc:sldMk cId="3221149092" sldId="1444"/>
            <ac:spMk id="40" creationId="{C335EE01-FDDC-1B35-A834-4D86DB000DDA}"/>
          </ac:spMkLst>
        </pc:spChg>
        <pc:spChg chg="mod">
          <ac:chgData name="Sora Kwon" userId="6622d71374edf8bd" providerId="LiveId" clId="{8FF6C5F1-C744-4043-8160-8AEABE1D4AEB}" dt="2026-10-16T00:13:13.256" v="24" actId="1076"/>
          <ac:spMkLst>
            <pc:docMk/>
            <pc:sldMk cId="3221149092" sldId="1444"/>
            <ac:spMk id="49" creationId="{0E4224ED-A8F3-AD1A-9E3A-80C9ACCD50DA}"/>
          </ac:spMkLst>
        </pc:spChg>
        <pc:spChg chg="mod">
          <ac:chgData name="Sora Kwon" userId="6622d71374edf8bd" providerId="LiveId" clId="{8FF6C5F1-C744-4043-8160-8AEABE1D4AEB}" dt="2026-10-16T00:13:13.256" v="24" actId="1076"/>
          <ac:spMkLst>
            <pc:docMk/>
            <pc:sldMk cId="3221149092" sldId="1444"/>
            <ac:spMk id="53" creationId="{5BC455EA-0226-62AC-5DA4-C251C18CB310}"/>
          </ac:spMkLst>
        </pc:spChg>
      </pc:sldChg>
      <pc:sldChg chg="add">
        <pc:chgData name="Sora Kwon" userId="6622d71374edf8bd" providerId="LiveId" clId="{8FF6C5F1-C744-4043-8160-8AEABE1D4AEB}" dt="2026-10-16T00:09:06.660" v="20"/>
        <pc:sldMkLst>
          <pc:docMk/>
          <pc:sldMk cId="1673769407" sldId="1445"/>
        </pc:sldMkLst>
      </pc:sldChg>
      <pc:sldChg chg="add">
        <pc:chgData name="Sora Kwon" userId="6622d71374edf8bd" providerId="LiveId" clId="{8FF6C5F1-C744-4043-8160-8AEABE1D4AEB}" dt="2026-10-16T00:09:06.660" v="20"/>
        <pc:sldMkLst>
          <pc:docMk/>
          <pc:sldMk cId="329198276" sldId="1446"/>
        </pc:sldMkLst>
      </pc:sldChg>
      <pc:sldChg chg="add">
        <pc:chgData name="Sora Kwon" userId="6622d71374edf8bd" providerId="LiveId" clId="{8FF6C5F1-C744-4043-8160-8AEABE1D4AEB}" dt="2026-10-16T00:09:06.660" v="20"/>
        <pc:sldMkLst>
          <pc:docMk/>
          <pc:sldMk cId="1396359656" sldId="14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3226" cy="499012"/>
          </a:xfrm>
          <a:prstGeom prst="rect">
            <a:avLst/>
          </a:prstGeom>
        </p:spPr>
        <p:txBody>
          <a:bodyPr vert="horz" lIns="95767" tIns="47884" rIns="95767" bIns="47884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60335" y="0"/>
            <a:ext cx="2953226" cy="499012"/>
          </a:xfrm>
          <a:prstGeom prst="rect">
            <a:avLst/>
          </a:prstGeom>
        </p:spPr>
        <p:txBody>
          <a:bodyPr vert="horz" lIns="95767" tIns="47884" rIns="95767" bIns="47884" rtlCol="0"/>
          <a:lstStyle>
            <a:lvl1pPr algn="r">
              <a:defRPr sz="1300"/>
            </a:lvl1pPr>
          </a:lstStyle>
          <a:p>
            <a:fld id="{1242EE80-E036-4654-A8C6-74837C628F68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67412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767" tIns="47884" rIns="95767" bIns="4788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514" y="4786362"/>
            <a:ext cx="5452110" cy="3916115"/>
          </a:xfrm>
          <a:prstGeom prst="rect">
            <a:avLst/>
          </a:prstGeom>
        </p:spPr>
        <p:txBody>
          <a:bodyPr vert="horz" lIns="95767" tIns="47884" rIns="95767" bIns="47884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6679"/>
            <a:ext cx="2953226" cy="499011"/>
          </a:xfrm>
          <a:prstGeom prst="rect">
            <a:avLst/>
          </a:prstGeom>
        </p:spPr>
        <p:txBody>
          <a:bodyPr vert="horz" lIns="95767" tIns="47884" rIns="95767" bIns="47884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60335" y="9446679"/>
            <a:ext cx="2953226" cy="499011"/>
          </a:xfrm>
          <a:prstGeom prst="rect">
            <a:avLst/>
          </a:prstGeom>
        </p:spPr>
        <p:txBody>
          <a:bodyPr vert="horz" lIns="95767" tIns="47884" rIns="95767" bIns="47884" rtlCol="0" anchor="b"/>
          <a:lstStyle>
            <a:lvl1pPr algn="r">
              <a:defRPr sz="1300"/>
            </a:lvl1pPr>
          </a:lstStyle>
          <a:p>
            <a:fld id="{3617FA32-8E71-4C42-A021-747340E3E5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680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E01A7-7030-993F-29CA-7ADE42CEE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73BB68-7C79-9D18-01DB-763ED6ABB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99FCDB-22DA-3B94-EBEA-AEA2AD093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system v5 :  - </a:t>
            </a:r>
          </a:p>
          <a:p>
            <a:r>
              <a:rPr lang="en-US" altLang="ko-KR" dirty="0" err="1"/>
              <a:t>Bsd</a:t>
            </a:r>
            <a:r>
              <a:rPr lang="ko-KR" altLang="en-US" dirty="0"/>
              <a:t>계열은  </a:t>
            </a:r>
            <a:r>
              <a:rPr lang="en-US" altLang="ko-KR" dirty="0"/>
              <a:t>: --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0A4BBF-8D6A-0F77-7191-E92FEEA49B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7FA32-8E71-4C42-A021-747340E3E54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0385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23863" y="1243013"/>
            <a:ext cx="5967412" cy="33575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실행 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  <a:p>
            <a:endParaRPr lang="en-US" altLang="ko-KR" dirty="0"/>
          </a:p>
          <a:p>
            <a:r>
              <a:rPr lang="ko-KR" altLang="ko-KR" dirty="0"/>
              <a:t>사람이 읽기 쉽고 쓰기 쉽도록 설계된 </a:t>
            </a:r>
            <a:r>
              <a:rPr lang="ko-KR" altLang="ko-KR" b="1" dirty="0"/>
              <a:t>데이터 </a:t>
            </a:r>
            <a:r>
              <a:rPr lang="ko-KR" altLang="ko-KR" b="1" dirty="0" err="1"/>
              <a:t>serialization</a:t>
            </a:r>
            <a:r>
              <a:rPr lang="ko-KR" altLang="ko-KR" b="1" dirty="0"/>
              <a:t>(직렬화) 형식</a:t>
            </a:r>
            <a:r>
              <a:rPr lang="ko-KR" altLang="ko-KR" dirty="0"/>
              <a:t>입니다.</a:t>
            </a:r>
          </a:p>
          <a:p>
            <a:r>
              <a:rPr lang="ko-KR" altLang="ko-KR" dirty="0"/>
              <a:t>주로 프로그램의 설정 파일(</a:t>
            </a:r>
            <a:r>
              <a:rPr lang="ko-KR" altLang="ko-KR" dirty="0" err="1"/>
              <a:t>Configuration</a:t>
            </a:r>
            <a:r>
              <a:rPr lang="ko-KR" altLang="ko-KR" dirty="0"/>
              <a:t>)이나 데이터 교환을 위해 널리 사용됩니다. 확장자는 주로 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yaml</a:t>
            </a:r>
            <a:r>
              <a:rPr lang="ko-KR" altLang="ko-KR" dirty="0"/>
              <a:t> 또는 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yml</a:t>
            </a:r>
            <a:r>
              <a:rPr lang="ko-KR" altLang="ko-KR" dirty="0" err="1"/>
              <a:t>을</a:t>
            </a:r>
            <a:r>
              <a:rPr lang="ko-KR" altLang="ko-KR" dirty="0"/>
              <a:t> 사용합니다.</a:t>
            </a:r>
          </a:p>
          <a:p>
            <a:r>
              <a:rPr lang="ko-KR" altLang="ko-KR" b="1" dirty="0"/>
              <a:t>주요 특징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1330A0-EE48-4ECE-BA6A-FDEF1B8599D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6570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23863" y="1243013"/>
            <a:ext cx="5967412" cy="33575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1330A0-EE48-4ECE-BA6A-FDEF1B8599D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209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7FA32-8E71-4C42-A021-747340E3E54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6480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7FA32-8E71-4C42-A021-747340E3E54D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550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A6674-16F9-463B-8694-52D4B8C6FC09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DF2A3-83BA-4082-B202-7AACA30BF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223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AA6BB-1358-414E-80FF-AD26C38D3FC0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DF2A3-83BA-4082-B202-7AACA30BF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262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290E4-E9AA-4D6B-BF5B-69AAD2C13CBF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DF2A3-83BA-4082-B202-7AACA30BF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972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6A162-A4C3-4DC5-9481-088630FAB339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DF2A3-83BA-4082-B202-7AACA30BF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722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958A5-D53E-475B-B398-C10471988246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DF2A3-83BA-4082-B202-7AACA30BF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156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0F8C1-48B6-4F8C-9C58-E3F640D304F4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DF2A3-83BA-4082-B202-7AACA30BF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728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CA03-6823-4F71-9524-8A2324F1CDF2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DF2A3-83BA-4082-B202-7AACA30BF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611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56583-18B5-47EE-AAF8-A14768379611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DF2A3-83BA-4082-B202-7AACA30BF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186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25E3D-A8DC-4C83-8EF4-EE531148B46B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DF2A3-83BA-4082-B202-7AACA30BF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052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73BDE-2676-496A-9439-FB147A818259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DF2A3-83BA-4082-B202-7AACA30BF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273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26F14-DCE2-47ED-BA38-B0ED66C838BF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DF2A3-83BA-4082-B202-7AACA30BF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575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3A75C-C46E-4899-85C1-13A6D85E3060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DF2A3-83BA-4082-B202-7AACA30BF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726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5043" y="194577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4800" b="1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Pod</a:t>
            </a:r>
            <a:endParaRPr lang="ko-KR" altLang="en-US" sz="4800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9035142" y="6214836"/>
            <a:ext cx="2743200" cy="365125"/>
          </a:xfrm>
        </p:spPr>
        <p:txBody>
          <a:bodyPr/>
          <a:lstStyle/>
          <a:p>
            <a:fld id="{5C9DF2A3-83BA-4082-B202-7AACA30BF06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920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F4323-006C-4D06-8A2A-7531A94C8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3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학습 내용</a:t>
            </a:r>
            <a:r>
              <a:rPr lang="en-US" altLang="ko-KR" sz="3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endParaRPr lang="ko-KR" altLang="en-US" sz="3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63E22D-D9E4-B17A-46AB-2607C9967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556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1) </a:t>
            </a:r>
            <a:r>
              <a:rPr lang="en-US" altLang="ko-KR" sz="2400" dirty="0" err="1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kubectl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run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으로 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pod 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생성</a:t>
            </a:r>
            <a:endParaRPr lang="en-US" altLang="ko-KR" sz="24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2) YAML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(</a:t>
            </a:r>
            <a:r>
              <a:rPr lang="ko-KR" altLang="en-US" sz="2400" dirty="0" err="1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야믈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) 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파일을 이용한 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pod 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생성</a:t>
            </a:r>
            <a:endParaRPr lang="en-US" altLang="ko-KR" sz="24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3) Static Pod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4) 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초기화 컨테이너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(</a:t>
            </a:r>
            <a:r>
              <a:rPr lang="en-US" altLang="ko-KR" sz="2400" dirty="0" err="1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init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container)</a:t>
            </a:r>
            <a:endParaRPr lang="en-US" altLang="ko-KR" sz="24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arenR"/>
            </a:pPr>
            <a:endParaRPr lang="en-US" altLang="ko-KR" sz="24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arenR"/>
            </a:pPr>
            <a:endParaRPr lang="ko-KR" altLang="en-US" sz="2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80484C-15D5-E609-1172-9B5BC9EF1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DF2A3-83BA-4082-B202-7AACA30BF060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바닥글 개체 틀 3">
            <a:extLst>
              <a:ext uri="{FF2B5EF4-FFF2-40B4-BE49-F238E27FC236}">
                <a16:creationId xmlns:a16="http://schemas.microsoft.com/office/drawing/2014/main" id="{222762A5-0CB7-F783-FC46-24D6A72F4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11" y="6482474"/>
            <a:ext cx="8650014" cy="375526"/>
          </a:xfrm>
        </p:spPr>
        <p:txBody>
          <a:bodyPr/>
          <a:lstStyle/>
          <a:p>
            <a:pPr algn="l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867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89699" y="1396434"/>
            <a:ext cx="8414866" cy="268034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컨테이너들을 모은 애플리케이션의 최소 단위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K8s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는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Pod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 단위로 컨테이너들을 묶어서 관리 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Pod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에는 하나 또는 여러 개의 컨테이너가 포함 될 수 있음 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  <a:p>
            <a:pPr marL="0" indent="0">
              <a:buNone/>
            </a:pP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    </a:t>
            </a:r>
            <a:endParaRPr lang="ko-KR" altLang="en-US" sz="18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9322982" y="625002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C9DF2A3-83BA-4082-B202-7AACA30BF060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052492" y="3220591"/>
            <a:ext cx="5928285" cy="26345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104775" indent="-1047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Pod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안에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3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개의 컨테이너로 구성</a:t>
            </a: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504000101010101" pitchFamily="18" charset="-127"/>
            </a:endParaRPr>
          </a:p>
          <a:p>
            <a:pPr marL="104775" indent="-1047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Pod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안에 있는 컨테이너들이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IP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하나를 공유 </a:t>
            </a: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504000101010101" pitchFamily="18" charset="-127"/>
            </a:endParaRPr>
          </a:p>
          <a:p>
            <a:pPr marL="104775" indent="-1047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외부에서 </a:t>
            </a:r>
            <a:r>
              <a:rPr lang="ko-KR" altLang="en-US" sz="1600" dirty="0" err="1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파드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 안 컨테이너와 통신 할 때는 컨테이너마다 </a:t>
            </a: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 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다르게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설정된 포트를 사용</a:t>
            </a: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  (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예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) 192.168.52.134:80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         192.168.52.134:2999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         192.168.52.134:3000</a:t>
            </a:r>
          </a:p>
        </p:txBody>
      </p:sp>
      <p:sp>
        <p:nvSpPr>
          <p:cNvPr id="16" name="제목 1"/>
          <p:cNvSpPr>
            <a:spLocks noGrp="1"/>
          </p:cNvSpPr>
          <p:nvPr>
            <p:ph type="title"/>
          </p:nvPr>
        </p:nvSpPr>
        <p:spPr>
          <a:xfrm>
            <a:off x="798014" y="478081"/>
            <a:ext cx="7886700" cy="878391"/>
          </a:xfrm>
        </p:spPr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Pod</a:t>
            </a:r>
            <a:r>
              <a:rPr lang="en-US" altLang="ko-KR" sz="30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(</a:t>
            </a:r>
            <a:r>
              <a:rPr lang="ko-KR" altLang="en-US" sz="3000" dirty="0" err="1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파드</a:t>
            </a:r>
            <a:r>
              <a:rPr lang="en-US" altLang="ko-KR" sz="30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)</a:t>
            </a:r>
            <a:endParaRPr lang="ko-KR" altLang="en-US" sz="30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82468A5-37DE-CFDE-1B83-701F77219C8F}"/>
              </a:ext>
            </a:extLst>
          </p:cNvPr>
          <p:cNvSpPr/>
          <p:nvPr/>
        </p:nvSpPr>
        <p:spPr>
          <a:xfrm>
            <a:off x="7631692" y="1700016"/>
            <a:ext cx="3946315" cy="185193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2">
            <a:extLst>
              <a:ext uri="{FF2B5EF4-FFF2-40B4-BE49-F238E27FC236}">
                <a16:creationId xmlns:a16="http://schemas.microsoft.com/office/drawing/2014/main" id="{0D0ED16C-9237-B265-8FFD-E98B579959AB}"/>
              </a:ext>
            </a:extLst>
          </p:cNvPr>
          <p:cNvSpPr/>
          <p:nvPr/>
        </p:nvSpPr>
        <p:spPr>
          <a:xfrm>
            <a:off x="7330536" y="1205638"/>
            <a:ext cx="4637695" cy="3027005"/>
          </a:xfrm>
          <a:prstGeom prst="roundRect">
            <a:avLst>
              <a:gd name="adj" fmla="val 7514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Picture 2" descr="C:\Users\Toshiba\AppData\Local\Microsoft\Windows\Temporary Internet Files\Content.IE5\TBE21NJN\MC900434845[1].png">
            <a:extLst>
              <a:ext uri="{FF2B5EF4-FFF2-40B4-BE49-F238E27FC236}">
                <a16:creationId xmlns:a16="http://schemas.microsoft.com/office/drawing/2014/main" id="{6271C0CD-294E-7150-8BD9-0806F0D8C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8608" y="4628418"/>
            <a:ext cx="1829624" cy="1829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0EB3EDD-D919-7F9E-C147-12655264F414}"/>
              </a:ext>
            </a:extLst>
          </p:cNvPr>
          <p:cNvSpPr txBox="1"/>
          <p:nvPr/>
        </p:nvSpPr>
        <p:spPr>
          <a:xfrm>
            <a:off x="8595079" y="5703238"/>
            <a:ext cx="14462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WorkerNode01</a:t>
            </a:r>
          </a:p>
          <a:p>
            <a:pPr algn="r"/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192.168.10.10/24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CEF6F8-D5C5-1CDE-D12F-C56E034BE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9060" y="4295921"/>
            <a:ext cx="1801775" cy="47467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C4B8497-D829-EBB0-5DD4-34EAF063BC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6229" y="3748160"/>
            <a:ext cx="542391" cy="5477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6C84BC6-BB4A-53E4-A59F-86488192528B}"/>
              </a:ext>
            </a:extLst>
          </p:cNvPr>
          <p:cNvSpPr txBox="1"/>
          <p:nvPr/>
        </p:nvSpPr>
        <p:spPr>
          <a:xfrm>
            <a:off x="9408176" y="1405918"/>
            <a:ext cx="584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Pod</a:t>
            </a:r>
            <a:endParaRPr lang="ko-KR" altLang="en-US" dirty="0"/>
          </a:p>
        </p:txBody>
      </p:sp>
      <p:sp>
        <p:nvSpPr>
          <p:cNvPr id="22" name="정육면체 21">
            <a:extLst>
              <a:ext uri="{FF2B5EF4-FFF2-40B4-BE49-F238E27FC236}">
                <a16:creationId xmlns:a16="http://schemas.microsoft.com/office/drawing/2014/main" id="{92BE611E-B0FD-D07C-C90D-B6CADF633545}"/>
              </a:ext>
            </a:extLst>
          </p:cNvPr>
          <p:cNvSpPr/>
          <p:nvPr/>
        </p:nvSpPr>
        <p:spPr>
          <a:xfrm>
            <a:off x="8142152" y="2183455"/>
            <a:ext cx="553184" cy="493860"/>
          </a:xfrm>
          <a:prstGeom prst="cub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27DF6B-7FD5-7640-B819-E606D596B90C}"/>
              </a:ext>
            </a:extLst>
          </p:cNvPr>
          <p:cNvSpPr txBox="1"/>
          <p:nvPr/>
        </p:nvSpPr>
        <p:spPr>
          <a:xfrm>
            <a:off x="7901497" y="2749582"/>
            <a:ext cx="10198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Web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Server</a:t>
            </a:r>
          </a:p>
          <a:p>
            <a:pPr algn="ctr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Container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EAD5B1-FBDD-9FB6-8994-29B7042C4614}"/>
              </a:ext>
            </a:extLst>
          </p:cNvPr>
          <p:cNvSpPr txBox="1"/>
          <p:nvPr/>
        </p:nvSpPr>
        <p:spPr>
          <a:xfrm>
            <a:off x="7836318" y="3621406"/>
            <a:ext cx="194033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300" b="1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192.168.52.134/24</a:t>
            </a:r>
            <a:endParaRPr lang="ko-KR" altLang="en-US" sz="1300" b="1" dirty="0"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60D7865-3BE5-D602-0157-BC53E8C0BD1B}"/>
              </a:ext>
            </a:extLst>
          </p:cNvPr>
          <p:cNvGrpSpPr/>
          <p:nvPr/>
        </p:nvGrpSpPr>
        <p:grpSpPr>
          <a:xfrm>
            <a:off x="9614609" y="3551949"/>
            <a:ext cx="477666" cy="393254"/>
            <a:chOff x="7893844" y="4327779"/>
            <a:chExt cx="550151" cy="393254"/>
          </a:xfrm>
        </p:grpSpPr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95E6AB72-B65A-8770-3442-8200DB9051FF}"/>
                </a:ext>
              </a:extLst>
            </p:cNvPr>
            <p:cNvGrpSpPr/>
            <p:nvPr/>
          </p:nvGrpSpPr>
          <p:grpSpPr>
            <a:xfrm rot="16200000">
              <a:off x="7972293" y="4276801"/>
              <a:ext cx="393254" cy="495209"/>
              <a:chOff x="7153982" y="4081038"/>
              <a:chExt cx="393254" cy="495209"/>
            </a:xfrm>
          </p:grpSpPr>
          <p:pic>
            <p:nvPicPr>
              <p:cNvPr id="28" name="그림 27">
                <a:extLst>
                  <a:ext uri="{FF2B5EF4-FFF2-40B4-BE49-F238E27FC236}">
                    <a16:creationId xmlns:a16="http://schemas.microsoft.com/office/drawing/2014/main" id="{44BAF411-9208-6787-355E-83A7DF1127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5400000">
                <a:off x="7103004" y="4132016"/>
                <a:ext cx="495209" cy="393254"/>
              </a:xfrm>
              <a:prstGeom prst="rect">
                <a:avLst/>
              </a:prstGeom>
            </p:spPr>
          </p:pic>
          <p:sp>
            <p:nvSpPr>
              <p:cNvPr id="29" name="자유형: 도형 28">
                <a:extLst>
                  <a:ext uri="{FF2B5EF4-FFF2-40B4-BE49-F238E27FC236}">
                    <a16:creationId xmlns:a16="http://schemas.microsoft.com/office/drawing/2014/main" id="{89BCDD15-02E8-50A4-1CD7-39F9BBC0617F}"/>
                  </a:ext>
                </a:extLst>
              </p:cNvPr>
              <p:cNvSpPr/>
              <p:nvPr/>
            </p:nvSpPr>
            <p:spPr>
              <a:xfrm>
                <a:off x="7164977" y="4108269"/>
                <a:ext cx="365760" cy="457200"/>
              </a:xfrm>
              <a:custGeom>
                <a:avLst/>
                <a:gdLst>
                  <a:gd name="csX0" fmla="*/ 58783 w 365760"/>
                  <a:gd name="csY0" fmla="*/ 0 h 457200"/>
                  <a:gd name="csX1" fmla="*/ 365760 w 365760"/>
                  <a:gd name="csY1" fmla="*/ 6531 h 457200"/>
                  <a:gd name="csX2" fmla="*/ 352697 w 365760"/>
                  <a:gd name="csY2" fmla="*/ 457200 h 457200"/>
                  <a:gd name="csX3" fmla="*/ 65314 w 365760"/>
                  <a:gd name="csY3" fmla="*/ 457200 h 457200"/>
                  <a:gd name="csX4" fmla="*/ 52252 w 365760"/>
                  <a:gd name="csY4" fmla="*/ 365760 h 457200"/>
                  <a:gd name="csX5" fmla="*/ 6532 w 365760"/>
                  <a:gd name="csY5" fmla="*/ 352697 h 457200"/>
                  <a:gd name="csX6" fmla="*/ 0 w 365760"/>
                  <a:gd name="csY6" fmla="*/ 97971 h 457200"/>
                  <a:gd name="csX7" fmla="*/ 65314 w 365760"/>
                  <a:gd name="csY7" fmla="*/ 97971 h 457200"/>
                  <a:gd name="csX8" fmla="*/ 58783 w 365760"/>
                  <a:gd name="csY8" fmla="*/ 0 h 457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5760" h="457200">
                    <a:moveTo>
                      <a:pt x="58783" y="0"/>
                    </a:moveTo>
                    <a:lnTo>
                      <a:pt x="365760" y="6531"/>
                    </a:lnTo>
                    <a:lnTo>
                      <a:pt x="352697" y="457200"/>
                    </a:lnTo>
                    <a:lnTo>
                      <a:pt x="65314" y="457200"/>
                    </a:lnTo>
                    <a:lnTo>
                      <a:pt x="52252" y="365760"/>
                    </a:lnTo>
                    <a:lnTo>
                      <a:pt x="6532" y="352697"/>
                    </a:lnTo>
                    <a:lnTo>
                      <a:pt x="0" y="97971"/>
                    </a:lnTo>
                    <a:lnTo>
                      <a:pt x="65314" y="97971"/>
                    </a:lnTo>
                    <a:lnTo>
                      <a:pt x="58783" y="0"/>
                    </a:lnTo>
                    <a:close/>
                  </a:path>
                </a:pathLst>
              </a:custGeom>
              <a:noFill/>
              <a:ln w="2222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8E594D7B-27A2-A891-87FB-584EA5BFC526}"/>
                </a:ext>
              </a:extLst>
            </p:cNvPr>
            <p:cNvSpPr/>
            <p:nvPr/>
          </p:nvSpPr>
          <p:spPr>
            <a:xfrm>
              <a:off x="7893844" y="4411479"/>
              <a:ext cx="55015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나노고딕"/>
                  <a:ea typeface="나눔고딕" panose="020D0604000000000000" pitchFamily="50" charset="-127"/>
                  <a:cs typeface="Times New Roman" panose="02020603050405020304" pitchFamily="18" charset="0"/>
                </a:rPr>
                <a:t> veth0</a:t>
              </a:r>
              <a:endParaRPr lang="ko-KR" altLang="en-US" sz="1000" dirty="0">
                <a:latin typeface="나노고딕"/>
                <a:cs typeface="Times New Roman" panose="02020603050405020304" pitchFamily="18" charset="0"/>
              </a:endParaRPr>
            </a:p>
          </p:txBody>
        </p:sp>
      </p:grpSp>
      <p:pic>
        <p:nvPicPr>
          <p:cNvPr id="30" name="그림 29">
            <a:extLst>
              <a:ext uri="{FF2B5EF4-FFF2-40B4-BE49-F238E27FC236}">
                <a16:creationId xmlns:a16="http://schemas.microsoft.com/office/drawing/2014/main" id="{B55B7C09-7A03-F6C6-9CA0-4FDEEF02D6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958877" y="5802302"/>
            <a:ext cx="456901" cy="362833"/>
          </a:xfrm>
          <a:prstGeom prst="rect">
            <a:avLst/>
          </a:prstGeom>
        </p:spPr>
      </p:pic>
      <p:sp>
        <p:nvSpPr>
          <p:cNvPr id="31" name="정육면체 30">
            <a:extLst>
              <a:ext uri="{FF2B5EF4-FFF2-40B4-BE49-F238E27FC236}">
                <a16:creationId xmlns:a16="http://schemas.microsoft.com/office/drawing/2014/main" id="{3B8B7BF1-7D91-FA7F-BB18-EBAED842612E}"/>
              </a:ext>
            </a:extLst>
          </p:cNvPr>
          <p:cNvSpPr/>
          <p:nvPr/>
        </p:nvSpPr>
        <p:spPr>
          <a:xfrm>
            <a:off x="9278542" y="2183455"/>
            <a:ext cx="553184" cy="493860"/>
          </a:xfrm>
          <a:prstGeom prst="cub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정육면체 31">
            <a:extLst>
              <a:ext uri="{FF2B5EF4-FFF2-40B4-BE49-F238E27FC236}">
                <a16:creationId xmlns:a16="http://schemas.microsoft.com/office/drawing/2014/main" id="{2CEA3F7D-0B86-C7D4-A940-8BD68453169D}"/>
              </a:ext>
            </a:extLst>
          </p:cNvPr>
          <p:cNvSpPr/>
          <p:nvPr/>
        </p:nvSpPr>
        <p:spPr>
          <a:xfrm>
            <a:off x="10401742" y="2183455"/>
            <a:ext cx="553184" cy="493860"/>
          </a:xfrm>
          <a:prstGeom prst="cub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FDF4A5-A8B6-C7D9-1EF1-EE7DA3231AE1}"/>
              </a:ext>
            </a:extLst>
          </p:cNvPr>
          <p:cNvSpPr txBox="1"/>
          <p:nvPr/>
        </p:nvSpPr>
        <p:spPr>
          <a:xfrm>
            <a:off x="9057214" y="2758926"/>
            <a:ext cx="10198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Log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수집기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Container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5080D7-C586-A2C5-5271-1F68888FAC22}"/>
              </a:ext>
            </a:extLst>
          </p:cNvPr>
          <p:cNvSpPr txBox="1"/>
          <p:nvPr/>
        </p:nvSpPr>
        <p:spPr>
          <a:xfrm>
            <a:off x="10192398" y="2726615"/>
            <a:ext cx="10198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볼륨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Container 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835A89B-A77A-E63D-01C2-6D50A648CF5D}"/>
              </a:ext>
            </a:extLst>
          </p:cNvPr>
          <p:cNvSpPr txBox="1"/>
          <p:nvPr/>
        </p:nvSpPr>
        <p:spPr>
          <a:xfrm>
            <a:off x="8255760" y="1919717"/>
            <a:ext cx="4026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80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38D866-20DE-BCDA-A1ED-38C3AC883BA1}"/>
              </a:ext>
            </a:extLst>
          </p:cNvPr>
          <p:cNvSpPr txBox="1"/>
          <p:nvPr/>
        </p:nvSpPr>
        <p:spPr>
          <a:xfrm>
            <a:off x="9278524" y="1905567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2999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96BAE0-75DF-80C8-EE4C-71D1B3ECEE4F}"/>
              </a:ext>
            </a:extLst>
          </p:cNvPr>
          <p:cNvSpPr txBox="1"/>
          <p:nvPr/>
        </p:nvSpPr>
        <p:spPr>
          <a:xfrm>
            <a:off x="10414933" y="1916282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3000</a:t>
            </a:r>
          </a:p>
        </p:txBody>
      </p:sp>
      <p:sp>
        <p:nvSpPr>
          <p:cNvPr id="12" name="아래쪽 화살표 11"/>
          <p:cNvSpPr/>
          <p:nvPr/>
        </p:nvSpPr>
        <p:spPr>
          <a:xfrm rot="5400000" flipV="1">
            <a:off x="6800486" y="3536089"/>
            <a:ext cx="452175" cy="10308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바닥글 개체 틀 3">
            <a:extLst>
              <a:ext uri="{FF2B5EF4-FFF2-40B4-BE49-F238E27FC236}">
                <a16:creationId xmlns:a16="http://schemas.microsoft.com/office/drawing/2014/main" id="{A382D25B-8A3B-9756-2F4A-25449AC47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11" y="6482474"/>
            <a:ext cx="8650014" cy="375526"/>
          </a:xfrm>
        </p:spPr>
        <p:txBody>
          <a:bodyPr/>
          <a:lstStyle/>
          <a:p>
            <a:pPr algn="l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5609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자유형: 도형 83">
            <a:extLst>
              <a:ext uri="{FF2B5EF4-FFF2-40B4-BE49-F238E27FC236}">
                <a16:creationId xmlns:a16="http://schemas.microsoft.com/office/drawing/2014/main" id="{A46CB27B-DBAA-5393-8669-59B311068202}"/>
              </a:ext>
            </a:extLst>
          </p:cNvPr>
          <p:cNvSpPr/>
          <p:nvPr/>
        </p:nvSpPr>
        <p:spPr>
          <a:xfrm>
            <a:off x="4157330" y="3444949"/>
            <a:ext cx="5039833" cy="595423"/>
          </a:xfrm>
          <a:custGeom>
            <a:avLst/>
            <a:gdLst>
              <a:gd name="csX0" fmla="*/ 0 w 5039833"/>
              <a:gd name="csY0" fmla="*/ 21265 h 595423"/>
              <a:gd name="csX1" fmla="*/ 0 w 5039833"/>
              <a:gd name="csY1" fmla="*/ 595423 h 595423"/>
              <a:gd name="csX2" fmla="*/ 5039833 w 5039833"/>
              <a:gd name="csY2" fmla="*/ 595423 h 595423"/>
              <a:gd name="csX3" fmla="*/ 5039833 w 5039833"/>
              <a:gd name="csY3" fmla="*/ 0 h 5954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039833" h="595423">
                <a:moveTo>
                  <a:pt x="0" y="21265"/>
                </a:moveTo>
                <a:lnTo>
                  <a:pt x="0" y="595423"/>
                </a:lnTo>
                <a:lnTo>
                  <a:pt x="5039833" y="595423"/>
                </a:lnTo>
                <a:lnTo>
                  <a:pt x="5039833" y="0"/>
                </a:lnTo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A89A5CAA-4C44-7DB9-CDC5-167E2B7B6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5937" y="6527643"/>
            <a:ext cx="10867554" cy="365125"/>
          </a:xfrm>
        </p:spPr>
        <p:txBody>
          <a:bodyPr/>
          <a:lstStyle/>
          <a:p>
            <a:pPr algn="l"/>
            <a:r>
              <a:rPr lang="ko-KR" altLang="en-US" sz="900" dirty="0"/>
              <a:t>외부 공유</a:t>
            </a:r>
            <a:r>
              <a:rPr lang="en-US" altLang="ko-KR" sz="900" dirty="0"/>
              <a:t>, </a:t>
            </a:r>
            <a:r>
              <a:rPr lang="ko-KR" altLang="en-US" sz="900" dirty="0" err="1"/>
              <a:t>재배포</a:t>
            </a:r>
            <a:r>
              <a:rPr lang="en-US" altLang="ko-KR" sz="900" dirty="0"/>
              <a:t>, </a:t>
            </a:r>
            <a:r>
              <a:rPr lang="ko-KR" altLang="en-US" sz="900" dirty="0"/>
              <a:t>파일 업로드</a:t>
            </a:r>
            <a:r>
              <a:rPr lang="en-US" altLang="ko-KR" sz="900" dirty="0"/>
              <a:t>(</a:t>
            </a:r>
            <a:r>
              <a:rPr lang="ko-KR" altLang="en-US" sz="900" dirty="0"/>
              <a:t>블로그</a:t>
            </a:r>
            <a:r>
              <a:rPr lang="en-US" altLang="ko-KR" sz="900" dirty="0"/>
              <a:t>·</a:t>
            </a:r>
            <a:r>
              <a:rPr lang="ko-KR" altLang="en-US" sz="900" dirty="0"/>
              <a:t>카페</a:t>
            </a:r>
            <a:r>
              <a:rPr lang="en-US" altLang="ko-KR" sz="900" dirty="0"/>
              <a:t>·SNS </a:t>
            </a:r>
            <a:r>
              <a:rPr lang="ko-KR" altLang="en-US" sz="900" dirty="0"/>
              <a:t>등</a:t>
            </a:r>
            <a:r>
              <a:rPr lang="en-US" altLang="ko-KR" sz="900" dirty="0"/>
              <a:t>)</a:t>
            </a:r>
            <a:r>
              <a:rPr lang="ko-KR" altLang="en-US" sz="900" dirty="0"/>
              <a:t>를 엄격히 금지합니다</a:t>
            </a:r>
            <a:r>
              <a:rPr lang="en-US" altLang="ko-KR" sz="900" dirty="0"/>
              <a:t>. </a:t>
            </a:r>
            <a:r>
              <a:rPr lang="ko-KR" altLang="en-US" sz="900" dirty="0"/>
              <a:t>위반 시 법적 책임 및 학사 규정에 따른 불이익이 발생할 수 있습니다</a:t>
            </a:r>
            <a:r>
              <a:rPr lang="en-US" altLang="ko-KR" sz="900" dirty="0"/>
              <a:t>.</a:t>
            </a:r>
            <a:endParaRPr lang="ko-KR" altLang="en-US" sz="9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FE1E2EA-9AD1-A11C-44E0-FBAE1232D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EE31-DF97-401B-8EFC-6DF72BC54FD3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C35089F-2F34-82DC-BEB4-27BB5EF8D3AE}"/>
              </a:ext>
            </a:extLst>
          </p:cNvPr>
          <p:cNvSpPr/>
          <p:nvPr/>
        </p:nvSpPr>
        <p:spPr>
          <a:xfrm>
            <a:off x="7042197" y="1217730"/>
            <a:ext cx="3946315" cy="185193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2">
            <a:extLst>
              <a:ext uri="{FF2B5EF4-FFF2-40B4-BE49-F238E27FC236}">
                <a16:creationId xmlns:a16="http://schemas.microsoft.com/office/drawing/2014/main" id="{10FC8132-6D98-0D7D-336C-80503F0CF9BD}"/>
              </a:ext>
            </a:extLst>
          </p:cNvPr>
          <p:cNvSpPr/>
          <p:nvPr/>
        </p:nvSpPr>
        <p:spPr>
          <a:xfrm>
            <a:off x="1500001" y="723352"/>
            <a:ext cx="9878735" cy="3806118"/>
          </a:xfrm>
          <a:prstGeom prst="roundRect">
            <a:avLst>
              <a:gd name="adj" fmla="val 7514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Picture 2" descr="C:\Users\Toshiba\AppData\Local\Microsoft\Windows\Temporary Internet Files\Content.IE5\TBE21NJN\MC900434845[1].png">
            <a:extLst>
              <a:ext uri="{FF2B5EF4-FFF2-40B4-BE49-F238E27FC236}">
                <a16:creationId xmlns:a16="http://schemas.microsoft.com/office/drawing/2014/main" id="{AEA0815D-7ED2-3567-1CB6-22535E60F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2439" y="4759108"/>
            <a:ext cx="1829624" cy="1829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9129EB5-A595-1AD1-2D02-0E8147198A1B}"/>
              </a:ext>
            </a:extLst>
          </p:cNvPr>
          <p:cNvSpPr txBox="1"/>
          <p:nvPr/>
        </p:nvSpPr>
        <p:spPr>
          <a:xfrm>
            <a:off x="8249746" y="5784140"/>
            <a:ext cx="16273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WorkerNode01</a:t>
            </a:r>
          </a:p>
          <a:p>
            <a:pPr algn="r"/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192.168.10.10/24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0EBA5BD-8675-28AF-BD3D-2AD642737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3931" y="4600380"/>
            <a:ext cx="1801775" cy="47467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C32F235-96F6-463A-7343-5A853A2A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1100" y="4052619"/>
            <a:ext cx="542391" cy="5477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FF12D05-A4EC-12AD-2482-978D6AC16BED}"/>
              </a:ext>
            </a:extLst>
          </p:cNvPr>
          <p:cNvSpPr txBox="1"/>
          <p:nvPr/>
        </p:nvSpPr>
        <p:spPr>
          <a:xfrm>
            <a:off x="8212103" y="922633"/>
            <a:ext cx="162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Database Pod</a:t>
            </a:r>
            <a:endParaRPr lang="ko-KR" altLang="en-US" dirty="0"/>
          </a:p>
        </p:txBody>
      </p:sp>
      <p:sp>
        <p:nvSpPr>
          <p:cNvPr id="21" name="정육면체 20">
            <a:extLst>
              <a:ext uri="{FF2B5EF4-FFF2-40B4-BE49-F238E27FC236}">
                <a16:creationId xmlns:a16="http://schemas.microsoft.com/office/drawing/2014/main" id="{3E055790-F44E-00CB-C29A-27D2C37AD584}"/>
              </a:ext>
            </a:extLst>
          </p:cNvPr>
          <p:cNvSpPr/>
          <p:nvPr/>
        </p:nvSpPr>
        <p:spPr>
          <a:xfrm>
            <a:off x="8136131" y="1658948"/>
            <a:ext cx="553184" cy="493860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EF5F65-4A10-9693-E70A-C016CD667399}"/>
              </a:ext>
            </a:extLst>
          </p:cNvPr>
          <p:cNvSpPr txBox="1"/>
          <p:nvPr/>
        </p:nvSpPr>
        <p:spPr>
          <a:xfrm>
            <a:off x="7895476" y="2225075"/>
            <a:ext cx="10198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MySQL </a:t>
            </a:r>
          </a:p>
          <a:p>
            <a:pPr algn="ctr"/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Container 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FF2B0E-8901-DC50-95F2-2149AAE16369}"/>
              </a:ext>
            </a:extLst>
          </p:cNvPr>
          <p:cNvSpPr txBox="1"/>
          <p:nvPr/>
        </p:nvSpPr>
        <p:spPr>
          <a:xfrm>
            <a:off x="7409826" y="3074979"/>
            <a:ext cx="16045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192.168.52.135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58E2F48-F62E-E8ED-1F76-BC6FCD7266AA}"/>
              </a:ext>
            </a:extLst>
          </p:cNvPr>
          <p:cNvGrpSpPr/>
          <p:nvPr/>
        </p:nvGrpSpPr>
        <p:grpSpPr>
          <a:xfrm>
            <a:off x="8930116" y="3080374"/>
            <a:ext cx="477666" cy="393254"/>
            <a:chOff x="7893844" y="4327779"/>
            <a:chExt cx="550151" cy="393254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796F5F2C-F086-1B58-D1E5-B88814A7DEAB}"/>
                </a:ext>
              </a:extLst>
            </p:cNvPr>
            <p:cNvGrpSpPr/>
            <p:nvPr/>
          </p:nvGrpSpPr>
          <p:grpSpPr>
            <a:xfrm rot="16200000">
              <a:off x="7972293" y="4276801"/>
              <a:ext cx="393254" cy="495209"/>
              <a:chOff x="7153982" y="4081038"/>
              <a:chExt cx="393254" cy="495209"/>
            </a:xfrm>
          </p:grpSpPr>
          <p:pic>
            <p:nvPicPr>
              <p:cNvPr id="40" name="그림 39">
                <a:extLst>
                  <a:ext uri="{FF2B5EF4-FFF2-40B4-BE49-F238E27FC236}">
                    <a16:creationId xmlns:a16="http://schemas.microsoft.com/office/drawing/2014/main" id="{386F19AC-ABB3-41C7-2DBD-04A69D0255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5400000">
                <a:off x="7103004" y="4132016"/>
                <a:ext cx="495209" cy="393254"/>
              </a:xfrm>
              <a:prstGeom prst="rect">
                <a:avLst/>
              </a:prstGeom>
            </p:spPr>
          </p:pic>
          <p:sp>
            <p:nvSpPr>
              <p:cNvPr id="41" name="자유형: 도형 40">
                <a:extLst>
                  <a:ext uri="{FF2B5EF4-FFF2-40B4-BE49-F238E27FC236}">
                    <a16:creationId xmlns:a16="http://schemas.microsoft.com/office/drawing/2014/main" id="{08259038-2887-0287-9F2F-DFEB0F7C7967}"/>
                  </a:ext>
                </a:extLst>
              </p:cNvPr>
              <p:cNvSpPr/>
              <p:nvPr/>
            </p:nvSpPr>
            <p:spPr>
              <a:xfrm>
                <a:off x="7164977" y="4108269"/>
                <a:ext cx="365760" cy="457200"/>
              </a:xfrm>
              <a:custGeom>
                <a:avLst/>
                <a:gdLst>
                  <a:gd name="csX0" fmla="*/ 58783 w 365760"/>
                  <a:gd name="csY0" fmla="*/ 0 h 457200"/>
                  <a:gd name="csX1" fmla="*/ 365760 w 365760"/>
                  <a:gd name="csY1" fmla="*/ 6531 h 457200"/>
                  <a:gd name="csX2" fmla="*/ 352697 w 365760"/>
                  <a:gd name="csY2" fmla="*/ 457200 h 457200"/>
                  <a:gd name="csX3" fmla="*/ 65314 w 365760"/>
                  <a:gd name="csY3" fmla="*/ 457200 h 457200"/>
                  <a:gd name="csX4" fmla="*/ 52252 w 365760"/>
                  <a:gd name="csY4" fmla="*/ 365760 h 457200"/>
                  <a:gd name="csX5" fmla="*/ 6532 w 365760"/>
                  <a:gd name="csY5" fmla="*/ 352697 h 457200"/>
                  <a:gd name="csX6" fmla="*/ 0 w 365760"/>
                  <a:gd name="csY6" fmla="*/ 97971 h 457200"/>
                  <a:gd name="csX7" fmla="*/ 65314 w 365760"/>
                  <a:gd name="csY7" fmla="*/ 97971 h 457200"/>
                  <a:gd name="csX8" fmla="*/ 58783 w 365760"/>
                  <a:gd name="csY8" fmla="*/ 0 h 457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5760" h="457200">
                    <a:moveTo>
                      <a:pt x="58783" y="0"/>
                    </a:moveTo>
                    <a:lnTo>
                      <a:pt x="365760" y="6531"/>
                    </a:lnTo>
                    <a:lnTo>
                      <a:pt x="352697" y="457200"/>
                    </a:lnTo>
                    <a:lnTo>
                      <a:pt x="65314" y="457200"/>
                    </a:lnTo>
                    <a:lnTo>
                      <a:pt x="52252" y="365760"/>
                    </a:lnTo>
                    <a:lnTo>
                      <a:pt x="6532" y="352697"/>
                    </a:lnTo>
                    <a:lnTo>
                      <a:pt x="0" y="97971"/>
                    </a:lnTo>
                    <a:lnTo>
                      <a:pt x="65314" y="97971"/>
                    </a:lnTo>
                    <a:lnTo>
                      <a:pt x="58783" y="0"/>
                    </a:lnTo>
                    <a:close/>
                  </a:path>
                </a:pathLst>
              </a:custGeom>
              <a:noFill/>
              <a:ln w="2222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BDD98FB1-06D4-1C3B-F409-292C6FBEA07A}"/>
                </a:ext>
              </a:extLst>
            </p:cNvPr>
            <p:cNvSpPr/>
            <p:nvPr/>
          </p:nvSpPr>
          <p:spPr>
            <a:xfrm>
              <a:off x="7893844" y="4411479"/>
              <a:ext cx="55015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나노고딕"/>
                  <a:ea typeface="나눔고딕" panose="020D0604000000000000" pitchFamily="50" charset="-127"/>
                  <a:cs typeface="Times New Roman" panose="02020603050405020304" pitchFamily="18" charset="0"/>
                </a:rPr>
                <a:t> veth0</a:t>
              </a:r>
              <a:endParaRPr lang="ko-KR" altLang="en-US" sz="1000" dirty="0">
                <a:latin typeface="나노고딕"/>
                <a:cs typeface="Times New Roman" panose="02020603050405020304" pitchFamily="18" charset="0"/>
              </a:endParaRPr>
            </a:p>
          </p:txBody>
        </p:sp>
      </p:grpSp>
      <p:pic>
        <p:nvPicPr>
          <p:cNvPr id="50" name="그림 49">
            <a:extLst>
              <a:ext uri="{FF2B5EF4-FFF2-40B4-BE49-F238E27FC236}">
                <a16:creationId xmlns:a16="http://schemas.microsoft.com/office/drawing/2014/main" id="{956C3AAB-0E1B-430F-F913-A5B5067775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794684" y="5883204"/>
            <a:ext cx="456901" cy="362833"/>
          </a:xfrm>
          <a:prstGeom prst="rect">
            <a:avLst/>
          </a:prstGeom>
        </p:spPr>
      </p:pic>
      <p:sp>
        <p:nvSpPr>
          <p:cNvPr id="55" name="정육면체 54">
            <a:extLst>
              <a:ext uri="{FF2B5EF4-FFF2-40B4-BE49-F238E27FC236}">
                <a16:creationId xmlns:a16="http://schemas.microsoft.com/office/drawing/2014/main" id="{51E41C34-0214-73D1-063A-EDBA921BCD83}"/>
              </a:ext>
            </a:extLst>
          </p:cNvPr>
          <p:cNvSpPr/>
          <p:nvPr/>
        </p:nvSpPr>
        <p:spPr>
          <a:xfrm>
            <a:off x="9272521" y="1658948"/>
            <a:ext cx="553184" cy="493860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3EAE2FC-7404-FE41-0882-F738DE082302}"/>
              </a:ext>
            </a:extLst>
          </p:cNvPr>
          <p:cNvSpPr txBox="1"/>
          <p:nvPr/>
        </p:nvSpPr>
        <p:spPr>
          <a:xfrm>
            <a:off x="9051193" y="2234419"/>
            <a:ext cx="10198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 err="1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PostGreSQL</a:t>
            </a:r>
            <a:endParaRPr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Container 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DA7FFD-7EAE-0DF7-BE49-361ABCA08592}"/>
              </a:ext>
            </a:extLst>
          </p:cNvPr>
          <p:cNvSpPr txBox="1"/>
          <p:nvPr/>
        </p:nvSpPr>
        <p:spPr>
          <a:xfrm>
            <a:off x="8140736" y="1395210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3306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A0B49AF-4313-E9FE-8B11-B5FA89E32BBA}"/>
              </a:ext>
            </a:extLst>
          </p:cNvPr>
          <p:cNvSpPr txBox="1"/>
          <p:nvPr/>
        </p:nvSpPr>
        <p:spPr>
          <a:xfrm>
            <a:off x="9272504" y="1381060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5342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FF678DE8-BBD5-3A44-E321-2B4517A68E36}"/>
              </a:ext>
            </a:extLst>
          </p:cNvPr>
          <p:cNvSpPr/>
          <p:nvPr/>
        </p:nvSpPr>
        <p:spPr>
          <a:xfrm>
            <a:off x="2041436" y="1217730"/>
            <a:ext cx="3946315" cy="185193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7EA3B00-7406-DCAA-75B0-551CDB9DE78C}"/>
              </a:ext>
            </a:extLst>
          </p:cNvPr>
          <p:cNvSpPr txBox="1"/>
          <p:nvPr/>
        </p:nvSpPr>
        <p:spPr>
          <a:xfrm>
            <a:off x="3352572" y="895893"/>
            <a:ext cx="1322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Server Pod</a:t>
            </a:r>
            <a:endParaRPr lang="ko-KR" altLang="en-US" dirty="0"/>
          </a:p>
        </p:txBody>
      </p:sp>
      <p:sp>
        <p:nvSpPr>
          <p:cNvPr id="64" name="정육면체 63">
            <a:extLst>
              <a:ext uri="{FF2B5EF4-FFF2-40B4-BE49-F238E27FC236}">
                <a16:creationId xmlns:a16="http://schemas.microsoft.com/office/drawing/2014/main" id="{123A516C-A598-B120-05A4-45A98DDBCE16}"/>
              </a:ext>
            </a:extLst>
          </p:cNvPr>
          <p:cNvSpPr/>
          <p:nvPr/>
        </p:nvSpPr>
        <p:spPr>
          <a:xfrm>
            <a:off x="2551896" y="1701169"/>
            <a:ext cx="553184" cy="493860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A9E9A38-49EE-F2E7-1A34-E9EE72C99075}"/>
              </a:ext>
            </a:extLst>
          </p:cNvPr>
          <p:cNvSpPr txBox="1"/>
          <p:nvPr/>
        </p:nvSpPr>
        <p:spPr>
          <a:xfrm>
            <a:off x="2311241" y="2267296"/>
            <a:ext cx="10198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Web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Server</a:t>
            </a:r>
          </a:p>
          <a:p>
            <a:pPr algn="ctr"/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Container 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803857D-E9EB-C74C-04A5-0A5766848CB6}"/>
              </a:ext>
            </a:extLst>
          </p:cNvPr>
          <p:cNvSpPr txBox="1"/>
          <p:nvPr/>
        </p:nvSpPr>
        <p:spPr>
          <a:xfrm>
            <a:off x="2409065" y="3074979"/>
            <a:ext cx="16045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192.168.52.134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B76C0376-9860-836E-9B8F-B0AACCC824D3}"/>
              </a:ext>
            </a:extLst>
          </p:cNvPr>
          <p:cNvGrpSpPr/>
          <p:nvPr/>
        </p:nvGrpSpPr>
        <p:grpSpPr>
          <a:xfrm>
            <a:off x="3929355" y="3080374"/>
            <a:ext cx="477666" cy="393254"/>
            <a:chOff x="7893844" y="4327779"/>
            <a:chExt cx="550151" cy="393254"/>
          </a:xfrm>
        </p:grpSpPr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3837F51F-3282-FBFE-F38C-7497A64C8506}"/>
                </a:ext>
              </a:extLst>
            </p:cNvPr>
            <p:cNvGrpSpPr/>
            <p:nvPr/>
          </p:nvGrpSpPr>
          <p:grpSpPr>
            <a:xfrm rot="16200000">
              <a:off x="7972293" y="4276801"/>
              <a:ext cx="393254" cy="495209"/>
              <a:chOff x="7153982" y="4081038"/>
              <a:chExt cx="393254" cy="495209"/>
            </a:xfrm>
          </p:grpSpPr>
          <p:pic>
            <p:nvPicPr>
              <p:cNvPr id="70" name="그림 69">
                <a:extLst>
                  <a:ext uri="{FF2B5EF4-FFF2-40B4-BE49-F238E27FC236}">
                    <a16:creationId xmlns:a16="http://schemas.microsoft.com/office/drawing/2014/main" id="{5B0090F4-46D1-8D54-3CB3-4BCA2FB6F2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5400000">
                <a:off x="7103004" y="4132016"/>
                <a:ext cx="495209" cy="393254"/>
              </a:xfrm>
              <a:prstGeom prst="rect">
                <a:avLst/>
              </a:prstGeom>
            </p:spPr>
          </p:pic>
          <p:sp>
            <p:nvSpPr>
              <p:cNvPr id="71" name="자유형: 도형 70">
                <a:extLst>
                  <a:ext uri="{FF2B5EF4-FFF2-40B4-BE49-F238E27FC236}">
                    <a16:creationId xmlns:a16="http://schemas.microsoft.com/office/drawing/2014/main" id="{0638FB9A-522F-9FD1-467C-2DADC2F87CD4}"/>
                  </a:ext>
                </a:extLst>
              </p:cNvPr>
              <p:cNvSpPr/>
              <p:nvPr/>
            </p:nvSpPr>
            <p:spPr>
              <a:xfrm>
                <a:off x="7164977" y="4108269"/>
                <a:ext cx="365760" cy="457200"/>
              </a:xfrm>
              <a:custGeom>
                <a:avLst/>
                <a:gdLst>
                  <a:gd name="csX0" fmla="*/ 58783 w 365760"/>
                  <a:gd name="csY0" fmla="*/ 0 h 457200"/>
                  <a:gd name="csX1" fmla="*/ 365760 w 365760"/>
                  <a:gd name="csY1" fmla="*/ 6531 h 457200"/>
                  <a:gd name="csX2" fmla="*/ 352697 w 365760"/>
                  <a:gd name="csY2" fmla="*/ 457200 h 457200"/>
                  <a:gd name="csX3" fmla="*/ 65314 w 365760"/>
                  <a:gd name="csY3" fmla="*/ 457200 h 457200"/>
                  <a:gd name="csX4" fmla="*/ 52252 w 365760"/>
                  <a:gd name="csY4" fmla="*/ 365760 h 457200"/>
                  <a:gd name="csX5" fmla="*/ 6532 w 365760"/>
                  <a:gd name="csY5" fmla="*/ 352697 h 457200"/>
                  <a:gd name="csX6" fmla="*/ 0 w 365760"/>
                  <a:gd name="csY6" fmla="*/ 97971 h 457200"/>
                  <a:gd name="csX7" fmla="*/ 65314 w 365760"/>
                  <a:gd name="csY7" fmla="*/ 97971 h 457200"/>
                  <a:gd name="csX8" fmla="*/ 58783 w 365760"/>
                  <a:gd name="csY8" fmla="*/ 0 h 457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5760" h="457200">
                    <a:moveTo>
                      <a:pt x="58783" y="0"/>
                    </a:moveTo>
                    <a:lnTo>
                      <a:pt x="365760" y="6531"/>
                    </a:lnTo>
                    <a:lnTo>
                      <a:pt x="352697" y="457200"/>
                    </a:lnTo>
                    <a:lnTo>
                      <a:pt x="65314" y="457200"/>
                    </a:lnTo>
                    <a:lnTo>
                      <a:pt x="52252" y="365760"/>
                    </a:lnTo>
                    <a:lnTo>
                      <a:pt x="6532" y="352697"/>
                    </a:lnTo>
                    <a:lnTo>
                      <a:pt x="0" y="97971"/>
                    </a:lnTo>
                    <a:lnTo>
                      <a:pt x="65314" y="97971"/>
                    </a:lnTo>
                    <a:lnTo>
                      <a:pt x="58783" y="0"/>
                    </a:lnTo>
                    <a:close/>
                  </a:path>
                </a:pathLst>
              </a:custGeom>
              <a:noFill/>
              <a:ln w="2222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E092100A-985F-E717-0401-9580CBF048A6}"/>
                </a:ext>
              </a:extLst>
            </p:cNvPr>
            <p:cNvSpPr/>
            <p:nvPr/>
          </p:nvSpPr>
          <p:spPr>
            <a:xfrm>
              <a:off x="7893844" y="4411479"/>
              <a:ext cx="55015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나노고딕"/>
                  <a:ea typeface="나눔고딕" panose="020D0604000000000000" pitchFamily="50" charset="-127"/>
                  <a:cs typeface="Times New Roman" panose="02020603050405020304" pitchFamily="18" charset="0"/>
                </a:rPr>
                <a:t> veth0</a:t>
              </a:r>
              <a:endParaRPr lang="ko-KR" altLang="en-US" sz="1000" dirty="0">
                <a:latin typeface="나노고딕"/>
                <a:cs typeface="Times New Roman" panose="02020603050405020304" pitchFamily="18" charset="0"/>
              </a:endParaRPr>
            </a:p>
          </p:txBody>
        </p:sp>
      </p:grpSp>
      <p:sp>
        <p:nvSpPr>
          <p:cNvPr id="72" name="정육면체 71">
            <a:extLst>
              <a:ext uri="{FF2B5EF4-FFF2-40B4-BE49-F238E27FC236}">
                <a16:creationId xmlns:a16="http://schemas.microsoft.com/office/drawing/2014/main" id="{12B225CA-B5DB-4005-F67A-3F6E21F98B6C}"/>
              </a:ext>
            </a:extLst>
          </p:cNvPr>
          <p:cNvSpPr/>
          <p:nvPr/>
        </p:nvSpPr>
        <p:spPr>
          <a:xfrm>
            <a:off x="3688286" y="1701169"/>
            <a:ext cx="553184" cy="493860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정육면체 72">
            <a:extLst>
              <a:ext uri="{FF2B5EF4-FFF2-40B4-BE49-F238E27FC236}">
                <a16:creationId xmlns:a16="http://schemas.microsoft.com/office/drawing/2014/main" id="{B8090762-8FAC-36FA-A220-4787B2A3A86E}"/>
              </a:ext>
            </a:extLst>
          </p:cNvPr>
          <p:cNvSpPr/>
          <p:nvPr/>
        </p:nvSpPr>
        <p:spPr>
          <a:xfrm>
            <a:off x="4811486" y="1701169"/>
            <a:ext cx="553184" cy="493860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5AA36FB-3E80-AD01-0DE4-02AC3D721BA7}"/>
              </a:ext>
            </a:extLst>
          </p:cNvPr>
          <p:cNvSpPr txBox="1"/>
          <p:nvPr/>
        </p:nvSpPr>
        <p:spPr>
          <a:xfrm>
            <a:off x="3466958" y="2276640"/>
            <a:ext cx="10198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Log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수집기</a:t>
            </a:r>
            <a:endParaRPr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Container 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58B1DDA-B4CF-D8F3-D749-5EAAA3D0924E}"/>
              </a:ext>
            </a:extLst>
          </p:cNvPr>
          <p:cNvSpPr txBox="1"/>
          <p:nvPr/>
        </p:nvSpPr>
        <p:spPr>
          <a:xfrm>
            <a:off x="4602142" y="2244329"/>
            <a:ext cx="10198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볼륨</a:t>
            </a:r>
            <a:endParaRPr lang="en-US" altLang="ko-KR" sz="1200" b="1" dirty="0"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Container 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1074927-F444-2CA9-8465-E1E71411EDC6}"/>
              </a:ext>
            </a:extLst>
          </p:cNvPr>
          <p:cNvSpPr txBox="1"/>
          <p:nvPr/>
        </p:nvSpPr>
        <p:spPr>
          <a:xfrm>
            <a:off x="2665504" y="1437431"/>
            <a:ext cx="4026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80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47ADDB8-2933-567D-7911-659C7F606928}"/>
              </a:ext>
            </a:extLst>
          </p:cNvPr>
          <p:cNvSpPr txBox="1"/>
          <p:nvPr/>
        </p:nvSpPr>
        <p:spPr>
          <a:xfrm>
            <a:off x="3688268" y="1423281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2999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4502A7C-3AAB-DF02-055C-6CB902957A3F}"/>
              </a:ext>
            </a:extLst>
          </p:cNvPr>
          <p:cNvSpPr txBox="1"/>
          <p:nvPr/>
        </p:nvSpPr>
        <p:spPr>
          <a:xfrm>
            <a:off x="4824677" y="1433996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3000</a:t>
            </a:r>
          </a:p>
        </p:txBody>
      </p:sp>
      <p:sp>
        <p:nvSpPr>
          <p:cNvPr id="81" name="AutoShape 26">
            <a:extLst>
              <a:ext uri="{FF2B5EF4-FFF2-40B4-BE49-F238E27FC236}">
                <a16:creationId xmlns:a16="http://schemas.microsoft.com/office/drawing/2014/main" id="{C5AC17E3-7450-40CA-A55F-01CD3B49C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891" y="3685098"/>
            <a:ext cx="1596837" cy="521045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0DB9ADE-4014-FAB8-36B4-B98B0FCD7809}"/>
              </a:ext>
            </a:extLst>
          </p:cNvPr>
          <p:cNvSpPr txBox="1"/>
          <p:nvPr/>
        </p:nvSpPr>
        <p:spPr>
          <a:xfrm>
            <a:off x="5621973" y="3903044"/>
            <a:ext cx="14654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Virtual Bridge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6459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8945" y="449803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K8S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에서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Pod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생성 방법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2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가지 </a:t>
            </a:r>
            <a:endParaRPr lang="ko-KR" altLang="en-US" sz="28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649633" y="1775366"/>
            <a:ext cx="7886700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ko-KR" altLang="en-US" sz="22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명령어 </a:t>
            </a:r>
            <a:r>
              <a:rPr lang="en-US" altLang="ko-KR" sz="2200" dirty="0" err="1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kubectl</a:t>
            </a:r>
            <a:r>
              <a:rPr lang="en-US" altLang="ko-KR" sz="2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run</a:t>
            </a:r>
            <a:r>
              <a:rPr lang="ko-KR" altLang="en-US" sz="22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으로 </a:t>
            </a:r>
            <a:r>
              <a:rPr lang="en-US" altLang="ko-KR" sz="2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pod </a:t>
            </a:r>
            <a:r>
              <a:rPr lang="ko-KR" altLang="en-US" sz="22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생성과 실행 </a:t>
            </a:r>
            <a:endParaRPr lang="en-US" altLang="ko-KR" sz="22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YAML</a:t>
            </a:r>
            <a:r>
              <a:rPr lang="en-US" altLang="ko-KR" sz="22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(</a:t>
            </a:r>
            <a:r>
              <a:rPr lang="ko-KR" altLang="en-US" sz="2400" dirty="0" err="1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야믈</a:t>
            </a:r>
            <a:r>
              <a:rPr lang="en-US" altLang="ko-KR" sz="22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) </a:t>
            </a:r>
            <a:r>
              <a:rPr lang="ko-KR" altLang="en-US" sz="22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파일을 이용한 </a:t>
            </a:r>
            <a:r>
              <a:rPr lang="en-US" altLang="ko-KR" sz="2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pod </a:t>
            </a:r>
            <a:r>
              <a:rPr lang="ko-KR" altLang="en-US" sz="22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생성과 실행 </a:t>
            </a:r>
            <a:endParaRPr lang="en-US" altLang="ko-KR" sz="22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  <a:p>
            <a:pPr>
              <a:lnSpc>
                <a:spcPct val="200000"/>
              </a:lnSpc>
            </a:pPr>
            <a:endParaRPr lang="ko-KR" altLang="en-US" sz="22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565584" y="4020892"/>
            <a:ext cx="6054799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~   </a:t>
            </a:r>
            <a:r>
              <a:rPr lang="ko-KR" altLang="en-US" sz="28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또는  </a:t>
            </a:r>
            <a:r>
              <a:rPr lang="ko-KR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 ~ </a:t>
            </a:r>
            <a:endParaRPr lang="ko-KR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바닥글 개체 틀 3">
            <a:extLst>
              <a:ext uri="{FF2B5EF4-FFF2-40B4-BE49-F238E27FC236}">
                <a16:creationId xmlns:a16="http://schemas.microsoft.com/office/drawing/2014/main" id="{6071F52D-87B0-477C-AC6E-C9A794457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8483" y="6559074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4716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B8A39-24B6-3EED-6F60-2238F6BC3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BCEFD5-AE79-E3DF-05BC-5E24F054D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C9DF2A3-83BA-4082-B202-7AACA30BF060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D07398CD-F253-FA90-865D-15E03D35481C}"/>
              </a:ext>
            </a:extLst>
          </p:cNvPr>
          <p:cNvSpPr txBox="1">
            <a:spLocks/>
          </p:cNvSpPr>
          <p:nvPr/>
        </p:nvSpPr>
        <p:spPr>
          <a:xfrm>
            <a:off x="996804" y="1252370"/>
            <a:ext cx="9311242" cy="2749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2400" dirty="0" err="1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kubectl</a:t>
            </a:r>
            <a:r>
              <a:rPr lang="en-US" altLang="ko-KR" sz="24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run web --image=nginx:1.14 --port 80</a:t>
            </a:r>
          </a:p>
          <a:p>
            <a:pPr>
              <a:lnSpc>
                <a:spcPct val="120000"/>
              </a:lnSpc>
            </a:pPr>
            <a:r>
              <a:rPr lang="en-US" altLang="ko-KR" sz="2400" dirty="0" err="1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kubectl</a:t>
            </a:r>
            <a:r>
              <a:rPr lang="en-US" altLang="ko-KR" sz="24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get pods </a:t>
            </a:r>
          </a:p>
          <a:p>
            <a:pPr>
              <a:lnSpc>
                <a:spcPct val="120000"/>
              </a:lnSpc>
            </a:pPr>
            <a:r>
              <a:rPr lang="en-US" altLang="ko-KR" sz="2400" dirty="0" err="1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kubectl</a:t>
            </a:r>
            <a:r>
              <a:rPr lang="en-US" altLang="ko-KR" sz="24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get pods -o wide</a:t>
            </a:r>
          </a:p>
          <a:p>
            <a:pPr>
              <a:lnSpc>
                <a:spcPct val="120000"/>
              </a:lnSpc>
            </a:pPr>
            <a:endParaRPr lang="en-US" altLang="ko-KR" sz="2400" dirty="0">
              <a:latin typeface="Times New Roman" panose="02020603050405020304" pitchFamily="18" charset="0"/>
              <a:ea typeface="함초롬바탕" panose="02030604000101010101" pitchFamily="18" charset="-127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ko-KR" sz="2400" dirty="0">
              <a:latin typeface="Times New Roman" panose="02020603050405020304" pitchFamily="18" charset="0"/>
              <a:ea typeface="함초롬바탕" panose="020306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EB1AD4-7770-5D1D-83F2-6347F21A4FEC}"/>
              </a:ext>
            </a:extLst>
          </p:cNvPr>
          <p:cNvSpPr txBox="1"/>
          <p:nvPr/>
        </p:nvSpPr>
        <p:spPr>
          <a:xfrm>
            <a:off x="579940" y="475074"/>
            <a:ext cx="84116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1) </a:t>
            </a:r>
            <a:r>
              <a:rPr lang="en-US" altLang="ko-KR" sz="3200" dirty="0" err="1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kubectl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run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으로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pod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생성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8B5B8AA-74F6-49F3-BE64-C86BD234A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40" y="3101064"/>
            <a:ext cx="11355761" cy="1385841"/>
          </a:xfrm>
          <a:prstGeom prst="rect">
            <a:avLst/>
          </a:prstGeom>
        </p:spPr>
      </p:pic>
      <p:sp>
        <p:nvSpPr>
          <p:cNvPr id="2" name="바닥글 개체 틀 3">
            <a:extLst>
              <a:ext uri="{FF2B5EF4-FFF2-40B4-BE49-F238E27FC236}">
                <a16:creationId xmlns:a16="http://schemas.microsoft.com/office/drawing/2014/main" id="{6E4F7BF4-FF31-5F61-815B-3098445D5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8527" y="6486187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4436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302680" y="219263"/>
            <a:ext cx="11206961" cy="733014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   2) YAML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(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야믈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)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파일을 이용한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pod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생성</a:t>
            </a:r>
            <a:endParaRPr lang="en-US" altLang="ko-KR" sz="32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9745752" y="6273611"/>
            <a:ext cx="2057400" cy="365125"/>
          </a:xfrm>
        </p:spPr>
        <p:txBody>
          <a:bodyPr/>
          <a:lstStyle/>
          <a:p>
            <a:fld id="{C1A1004C-CC20-4860-A597-7281101A933E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42" name="내용 개체 틀 41"/>
          <p:cNvSpPr>
            <a:spLocks noGrp="1"/>
          </p:cNvSpPr>
          <p:nvPr>
            <p:ph idx="1"/>
          </p:nvPr>
        </p:nvSpPr>
        <p:spPr>
          <a:xfrm>
            <a:off x="908957" y="3249531"/>
            <a:ext cx="11206961" cy="338920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YAML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문법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    -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들여쓰기에 따라 구조가 바뀜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    -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들여쓰기는 </a:t>
            </a:r>
            <a:r>
              <a:rPr lang="en-US" altLang="ko-KR" sz="1800" b="1" u="sng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Tab</a:t>
            </a:r>
            <a:r>
              <a:rPr lang="ko-KR" altLang="en-US" sz="1800" b="1" u="sng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이</a:t>
            </a:r>
            <a:r>
              <a:rPr lang="en-US" altLang="ko-KR" sz="1800" b="1" u="sng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 </a:t>
            </a:r>
            <a:r>
              <a:rPr lang="ko-KR" altLang="en-US" sz="1800" b="1" u="sng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아닌 </a:t>
            </a:r>
            <a:r>
              <a:rPr lang="en-US" altLang="ko-KR" sz="1800" b="1" u="sng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Space bar </a:t>
            </a:r>
            <a:r>
              <a:rPr lang="ko-KR" altLang="en-US" sz="1800" b="1" u="sng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사용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(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공백 문자들로 기본구조를 구성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    - #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로 주석을 표시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       ❶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Scalars(string/numbers) :  ‘Key: value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’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형태로 표시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            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 ':'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다음에 공백 문자가 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와야한다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. (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붙여쓰면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 오류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       ❷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Sequence(arrays/lists) : 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‘-’(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하이픈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)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 여러 개 나열 </a:t>
            </a: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908957" y="1445965"/>
            <a:ext cx="8496300" cy="13098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55588" indent="-255588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YAML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야믈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YAML </a:t>
            </a:r>
            <a:r>
              <a:rPr lang="en-US" altLang="ko-KR" sz="1800" dirty="0" err="1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ain’t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markup language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 marL="255588" indent="-255588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사람이 읽고 쉽고 쓰기 쉽도록 설계된 데이터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직렬화 형식의 언어  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    -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프로그램 설정 파일로 많이 사용 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    -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확장자는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.</a:t>
            </a:r>
            <a:r>
              <a:rPr lang="en-US" altLang="ko-KR" sz="1800" dirty="0" err="1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yaml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또는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.</a:t>
            </a:r>
            <a:r>
              <a:rPr lang="en-US" altLang="ko-KR" sz="1800" dirty="0" err="1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yml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바닥글 개체 틀 3">
            <a:extLst>
              <a:ext uri="{FF2B5EF4-FFF2-40B4-BE49-F238E27FC236}">
                <a16:creationId xmlns:a16="http://schemas.microsoft.com/office/drawing/2014/main" id="{B6C90897-5BCE-D485-E49E-128E2CC94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72941" y="6488118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9050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9855810" y="6407744"/>
            <a:ext cx="2057400" cy="365125"/>
          </a:xfrm>
        </p:spPr>
        <p:txBody>
          <a:bodyPr/>
          <a:lstStyle/>
          <a:p>
            <a:fld id="{C1A1004C-CC20-4860-A597-7281101A933E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1491539" y="2231708"/>
            <a:ext cx="2942117" cy="1711918"/>
          </a:xfrm>
          <a:prstGeom prst="roundRect">
            <a:avLst>
              <a:gd name="adj" fmla="val 8448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정육면체 7"/>
          <p:cNvSpPr/>
          <p:nvPr/>
        </p:nvSpPr>
        <p:spPr>
          <a:xfrm>
            <a:off x="2563296" y="2919275"/>
            <a:ext cx="771415" cy="857257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160501" y="3969241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 : 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nginx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-pod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04250" y="2604394"/>
            <a:ext cx="265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container: 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nginx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-container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9683" y="411891"/>
            <a:ext cx="4428162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실습</a:t>
            </a:r>
            <a:r>
              <a:rPr lang="en-US" altLang="ko-KR" sz="2800" b="1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1. </a:t>
            </a:r>
            <a:r>
              <a:rPr lang="en-US" altLang="ko-KR" sz="2800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Single Pod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443" y="2188135"/>
            <a:ext cx="4676398" cy="3176794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6231941" y="1248164"/>
            <a:ext cx="444384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#watch  </a:t>
            </a:r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get pods –o wide</a:t>
            </a:r>
          </a:p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#kubectl create -f pod-</a:t>
            </a:r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nginx.yaml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altLang="ko-K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B862B9B-2095-ECF6-B2D8-D8810D7B3343}"/>
              </a:ext>
            </a:extLst>
          </p:cNvPr>
          <p:cNvCxnSpPr>
            <a:cxnSpLocks/>
          </p:cNvCxnSpPr>
          <p:nvPr/>
        </p:nvCxnSpPr>
        <p:spPr>
          <a:xfrm>
            <a:off x="7250600" y="3400720"/>
            <a:ext cx="1123950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86AB63B-8974-8A6D-D5AF-77A302C77086}"/>
              </a:ext>
            </a:extLst>
          </p:cNvPr>
          <p:cNvCxnSpPr>
            <a:cxnSpLocks/>
          </p:cNvCxnSpPr>
          <p:nvPr/>
        </p:nvCxnSpPr>
        <p:spPr>
          <a:xfrm>
            <a:off x="7460150" y="4110334"/>
            <a:ext cx="1828800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26229C4-E048-D844-D582-15FB8E577742}"/>
              </a:ext>
            </a:extLst>
          </p:cNvPr>
          <p:cNvSpPr/>
          <p:nvPr/>
        </p:nvSpPr>
        <p:spPr>
          <a:xfrm>
            <a:off x="6231940" y="5520070"/>
            <a:ext cx="422423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#kubectl describe pod pod-nginx</a:t>
            </a:r>
          </a:p>
          <a:p>
            <a:endParaRPr lang="en-US" altLang="ko-K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59237A-5876-1DA2-DFF9-07CD877C6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7430" y="6482474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030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85001" y="829292"/>
            <a:ext cx="10543951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apiVersion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v1                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//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사용하려는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K8S API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버전 명시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kind: Pod                         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//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어떤 종류의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object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또는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controller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에 작업인지 명시 </a:t>
            </a: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metadata:                        </a:t>
            </a:r>
            <a:r>
              <a:rPr lang="en-US" altLang="ko-KR" sz="2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//</a:t>
            </a:r>
            <a:r>
              <a:rPr lang="ko-KR" altLang="en-US" sz="1600" dirty="0" err="1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메타데이타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 설정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(Pod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명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name: nginx-pod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Spec:                               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//</a:t>
            </a:r>
            <a:r>
              <a:rPr lang="ko-KR" altLang="en-US" sz="1600" dirty="0" err="1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파드가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 어떤 컨테이너를 갖고 실행하며 실행 시 어떻게 동작해야 할 지 명시 </a:t>
            </a: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containers: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- name: </a:t>
            </a: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nginx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-container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image: nginx:1.14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ports: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- </a:t>
            </a: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containerPort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80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protocol:tcp</a:t>
            </a:r>
            <a:endParaRPr lang="en-US" altLang="ko-K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endParaRPr lang="ko-KR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9690982" y="6147917"/>
            <a:ext cx="2057400" cy="365125"/>
          </a:xfrm>
        </p:spPr>
        <p:txBody>
          <a:bodyPr/>
          <a:lstStyle/>
          <a:p>
            <a:fld id="{C1A1004C-CC20-4860-A597-7281101A933E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5" name="모서리가 둥근 직사각형 4"/>
          <p:cNvSpPr/>
          <p:nvPr/>
        </p:nvSpPr>
        <p:spPr>
          <a:xfrm>
            <a:off x="6716561" y="4133338"/>
            <a:ext cx="2871003" cy="1386671"/>
          </a:xfrm>
          <a:prstGeom prst="roundRect">
            <a:avLst>
              <a:gd name="adj" fmla="val 8448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정육면체 5"/>
          <p:cNvSpPr/>
          <p:nvPr/>
        </p:nvSpPr>
        <p:spPr>
          <a:xfrm>
            <a:off x="7817014" y="4361895"/>
            <a:ext cx="670099" cy="663191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6700441" y="3733228"/>
            <a:ext cx="357334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Nginx-pod</a:t>
            </a:r>
            <a:endParaRPr lang="ko-KR" altLang="en-US" sz="2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303943" y="5025086"/>
            <a:ext cx="16962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nginx-contaier</a:t>
            </a:r>
            <a:endParaRPr lang="ko-KR" altLang="en-US" sz="2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바닥글 개체 틀 3">
            <a:extLst>
              <a:ext uri="{FF2B5EF4-FFF2-40B4-BE49-F238E27FC236}">
                <a16:creationId xmlns:a16="http://schemas.microsoft.com/office/drawing/2014/main" id="{D46338B8-E041-5D8F-11DA-B6CC83B26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31969" y="6523684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5432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E4EE2-9742-3935-8CCB-C67C31CAA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자유형: 도형 54">
            <a:extLst>
              <a:ext uri="{FF2B5EF4-FFF2-40B4-BE49-F238E27FC236}">
                <a16:creationId xmlns:a16="http://schemas.microsoft.com/office/drawing/2014/main" id="{2F549151-F075-3173-167D-2939ADBF6045}"/>
              </a:ext>
            </a:extLst>
          </p:cNvPr>
          <p:cNvSpPr/>
          <p:nvPr/>
        </p:nvSpPr>
        <p:spPr>
          <a:xfrm>
            <a:off x="3219450" y="3028950"/>
            <a:ext cx="6610350" cy="1152525"/>
          </a:xfrm>
          <a:custGeom>
            <a:avLst/>
            <a:gdLst>
              <a:gd name="csX0" fmla="*/ 0 w 6610350"/>
              <a:gd name="csY0" fmla="*/ 1152525 h 1152525"/>
              <a:gd name="csX1" fmla="*/ 9525 w 6610350"/>
              <a:gd name="csY1" fmla="*/ 0 h 1152525"/>
              <a:gd name="csX2" fmla="*/ 6610350 w 6610350"/>
              <a:gd name="csY2" fmla="*/ 28575 h 1152525"/>
              <a:gd name="csX3" fmla="*/ 6610350 w 6610350"/>
              <a:gd name="csY3" fmla="*/ 200025 h 1152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610350" h="1152525">
                <a:moveTo>
                  <a:pt x="0" y="1152525"/>
                </a:moveTo>
                <a:lnTo>
                  <a:pt x="9525" y="0"/>
                </a:lnTo>
                <a:lnTo>
                  <a:pt x="6610350" y="28575"/>
                </a:lnTo>
                <a:lnTo>
                  <a:pt x="6610350" y="200025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2967B45-3A0B-28A5-05A8-F00629B98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55810" y="6407744"/>
            <a:ext cx="2057400" cy="365125"/>
          </a:xfrm>
        </p:spPr>
        <p:txBody>
          <a:bodyPr/>
          <a:lstStyle/>
          <a:p>
            <a:fld id="{C1A1004C-CC20-4860-A597-7281101A933E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F4EDF8-360A-D7FA-F987-A268914919B7}"/>
              </a:ext>
            </a:extLst>
          </p:cNvPr>
          <p:cNvSpPr txBox="1"/>
          <p:nvPr/>
        </p:nvSpPr>
        <p:spPr>
          <a:xfrm>
            <a:off x="419521" y="514091"/>
            <a:ext cx="3207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#kubect get pod –o wide</a:t>
            </a:r>
            <a:endParaRPr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26F4842-A392-BD65-E5E3-3D006BAA7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21" y="1217057"/>
            <a:ext cx="11352958" cy="728276"/>
          </a:xfrm>
          <a:prstGeom prst="rect">
            <a:avLst/>
          </a:prstGeom>
        </p:spPr>
      </p:pic>
      <p:sp>
        <p:nvSpPr>
          <p:cNvPr id="6" name="모서리가 둥근 직사각형 2">
            <a:extLst>
              <a:ext uri="{FF2B5EF4-FFF2-40B4-BE49-F238E27FC236}">
                <a16:creationId xmlns:a16="http://schemas.microsoft.com/office/drawing/2014/main" id="{8FCE4A05-2C32-3658-5ACA-206F6367B379}"/>
              </a:ext>
            </a:extLst>
          </p:cNvPr>
          <p:cNvSpPr/>
          <p:nvPr/>
        </p:nvSpPr>
        <p:spPr>
          <a:xfrm>
            <a:off x="805073" y="4244105"/>
            <a:ext cx="9968297" cy="1145019"/>
          </a:xfrm>
          <a:prstGeom prst="roundRect">
            <a:avLst>
              <a:gd name="adj" fmla="val 5803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5E3F77-4859-D7D2-D331-1DE1C5CEC461}"/>
              </a:ext>
            </a:extLst>
          </p:cNvPr>
          <p:cNvSpPr txBox="1"/>
          <p:nvPr/>
        </p:nvSpPr>
        <p:spPr>
          <a:xfrm>
            <a:off x="4845874" y="5339464"/>
            <a:ext cx="9220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Node1</a:t>
            </a:r>
          </a:p>
          <a:p>
            <a:r>
              <a:rPr lang="en-US" altLang="ko-K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192.168.10.10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6C5549-4801-1225-3B0C-080630B6165B}"/>
              </a:ext>
            </a:extLst>
          </p:cNvPr>
          <p:cNvSpPr txBox="1"/>
          <p:nvPr/>
        </p:nvSpPr>
        <p:spPr>
          <a:xfrm>
            <a:off x="6856479" y="5366174"/>
            <a:ext cx="9957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Node2</a:t>
            </a:r>
          </a:p>
          <a:p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192.168.10.20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1C1DFB-C7C0-0440-DC8D-C88E438D9C76}"/>
              </a:ext>
            </a:extLst>
          </p:cNvPr>
          <p:cNvSpPr txBox="1"/>
          <p:nvPr/>
        </p:nvSpPr>
        <p:spPr>
          <a:xfrm>
            <a:off x="8955702" y="5421918"/>
            <a:ext cx="9957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Node3</a:t>
            </a:r>
          </a:p>
          <a:p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192.168.10.30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748020B-4167-016B-8F12-3257AF897BF1}"/>
              </a:ext>
            </a:extLst>
          </p:cNvPr>
          <p:cNvSpPr/>
          <p:nvPr/>
        </p:nvSpPr>
        <p:spPr>
          <a:xfrm>
            <a:off x="805073" y="2328895"/>
            <a:ext cx="10581854" cy="183718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자유형 72">
            <a:extLst>
              <a:ext uri="{FF2B5EF4-FFF2-40B4-BE49-F238E27FC236}">
                <a16:creationId xmlns:a16="http://schemas.microsoft.com/office/drawing/2014/main" id="{F8C301AA-808A-E44B-E8B7-FFEA34E2B50D}"/>
              </a:ext>
            </a:extLst>
          </p:cNvPr>
          <p:cNvSpPr/>
          <p:nvPr/>
        </p:nvSpPr>
        <p:spPr>
          <a:xfrm>
            <a:off x="3298411" y="4594555"/>
            <a:ext cx="6771501" cy="1397280"/>
          </a:xfrm>
          <a:custGeom>
            <a:avLst/>
            <a:gdLst>
              <a:gd name="connsiteX0" fmla="*/ 0 w 6508376"/>
              <a:gd name="connsiteY0" fmla="*/ 0 h 1039906"/>
              <a:gd name="connsiteX1" fmla="*/ 0 w 6508376"/>
              <a:gd name="connsiteY1" fmla="*/ 1021976 h 1039906"/>
              <a:gd name="connsiteX2" fmla="*/ 6508376 w 6508376"/>
              <a:gd name="connsiteY2" fmla="*/ 1039906 h 1039906"/>
              <a:gd name="connsiteX3" fmla="*/ 6508376 w 6508376"/>
              <a:gd name="connsiteY3" fmla="*/ 35859 h 1039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08376" h="1039906">
                <a:moveTo>
                  <a:pt x="0" y="0"/>
                </a:moveTo>
                <a:lnTo>
                  <a:pt x="0" y="1021976"/>
                </a:lnTo>
                <a:lnTo>
                  <a:pt x="6508376" y="1039906"/>
                </a:lnTo>
                <a:lnTo>
                  <a:pt x="6508376" y="35859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AutoShape 26">
            <a:extLst>
              <a:ext uri="{FF2B5EF4-FFF2-40B4-BE49-F238E27FC236}">
                <a16:creationId xmlns:a16="http://schemas.microsoft.com/office/drawing/2014/main" id="{ED04168C-6884-1895-FF7C-547AC5856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4626" y="5796092"/>
            <a:ext cx="1222450" cy="620939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26" name="Freeform 27">
            <a:extLst>
              <a:ext uri="{FF2B5EF4-FFF2-40B4-BE49-F238E27FC236}">
                <a16:creationId xmlns:a16="http://schemas.microsoft.com/office/drawing/2014/main" id="{BD261262-DEB3-78E4-2EF0-03AB3606B3A9}"/>
              </a:ext>
            </a:extLst>
          </p:cNvPr>
          <p:cNvSpPr>
            <a:spLocks/>
          </p:cNvSpPr>
          <p:nvPr/>
        </p:nvSpPr>
        <p:spPr bwMode="auto">
          <a:xfrm>
            <a:off x="6076443" y="5796091"/>
            <a:ext cx="1223749" cy="348946"/>
          </a:xfrm>
          <a:custGeom>
            <a:avLst/>
            <a:gdLst/>
            <a:ahLst/>
            <a:cxnLst>
              <a:cxn ang="0">
                <a:pos x="0" y="693"/>
              </a:cxn>
              <a:cxn ang="0">
                <a:pos x="2108" y="699"/>
              </a:cxn>
              <a:cxn ang="0">
                <a:pos x="2802" y="0"/>
              </a:cxn>
              <a:cxn ang="0">
                <a:pos x="693" y="0"/>
              </a:cxn>
              <a:cxn ang="0">
                <a:pos x="0" y="693"/>
              </a:cxn>
            </a:cxnLst>
            <a:rect l="0" t="0" r="r" b="b"/>
            <a:pathLst>
              <a:path w="2802" h="699">
                <a:moveTo>
                  <a:pt x="0" y="693"/>
                </a:moveTo>
                <a:lnTo>
                  <a:pt x="2108" y="699"/>
                </a:lnTo>
                <a:lnTo>
                  <a:pt x="2802" y="0"/>
                </a:lnTo>
                <a:lnTo>
                  <a:pt x="693" y="0"/>
                </a:lnTo>
                <a:lnTo>
                  <a:pt x="0" y="693"/>
                </a:lnTo>
                <a:close/>
              </a:path>
            </a:pathLst>
          </a:custGeom>
          <a:gradFill rotWithShape="1">
            <a:gsLst>
              <a:gs pos="0">
                <a:srgbClr val="EAEAEA"/>
              </a:gs>
              <a:gs pos="100000">
                <a:srgbClr val="EAEAEA">
                  <a:gamma/>
                  <a:tint val="0"/>
                  <a:invGamma/>
                </a:srgbClr>
              </a:gs>
            </a:gsLst>
            <a:path path="rect">
              <a:fillToRect l="100000" b="100000"/>
            </a:path>
          </a:gradFill>
          <a:ln w="9525">
            <a:solidFill>
              <a:schemeClr val="bg1">
                <a:lumMod val="50000"/>
              </a:schemeClr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27" name="Freeform 29">
            <a:extLst>
              <a:ext uri="{FF2B5EF4-FFF2-40B4-BE49-F238E27FC236}">
                <a16:creationId xmlns:a16="http://schemas.microsoft.com/office/drawing/2014/main" id="{D5F236E4-082C-0755-A9B5-B544BF4CD381}"/>
              </a:ext>
            </a:extLst>
          </p:cNvPr>
          <p:cNvSpPr>
            <a:spLocks/>
          </p:cNvSpPr>
          <p:nvPr/>
        </p:nvSpPr>
        <p:spPr bwMode="auto">
          <a:xfrm>
            <a:off x="6189344" y="5805379"/>
            <a:ext cx="1004434" cy="298529"/>
          </a:xfrm>
          <a:custGeom>
            <a:avLst/>
            <a:gdLst/>
            <a:ahLst/>
            <a:cxnLst>
              <a:cxn ang="0">
                <a:pos x="599" y="140"/>
              </a:cxn>
              <a:cxn ang="0">
                <a:pos x="877" y="270"/>
              </a:cxn>
              <a:cxn ang="0">
                <a:pos x="964" y="177"/>
              </a:cxn>
              <a:cxn ang="0">
                <a:pos x="1393" y="183"/>
              </a:cxn>
              <a:cxn ang="0">
                <a:pos x="1527" y="459"/>
              </a:cxn>
              <a:cxn ang="0">
                <a:pos x="856" y="727"/>
              </a:cxn>
              <a:cxn ang="0">
                <a:pos x="436" y="721"/>
              </a:cxn>
              <a:cxn ang="0">
                <a:pos x="537" y="615"/>
              </a:cxn>
              <a:cxn ang="0">
                <a:pos x="0" y="755"/>
              </a:cxn>
              <a:cxn ang="0">
                <a:pos x="247" y="906"/>
              </a:cxn>
              <a:cxn ang="0">
                <a:pos x="337" y="804"/>
              </a:cxn>
              <a:cxn ang="0">
                <a:pos x="973" y="800"/>
              </a:cxn>
              <a:cxn ang="0">
                <a:pos x="1570" y="552"/>
              </a:cxn>
              <a:cxn ang="0">
                <a:pos x="1663" y="810"/>
              </a:cxn>
              <a:cxn ang="0">
                <a:pos x="2281" y="807"/>
              </a:cxn>
              <a:cxn ang="0">
                <a:pos x="2188" y="900"/>
              </a:cxn>
              <a:cxn ang="0">
                <a:pos x="2707" y="772"/>
              </a:cxn>
              <a:cxn ang="0">
                <a:pos x="2467" y="624"/>
              </a:cxn>
              <a:cxn ang="0">
                <a:pos x="2359" y="726"/>
              </a:cxn>
              <a:cxn ang="0">
                <a:pos x="1915" y="720"/>
              </a:cxn>
              <a:cxn ang="0">
                <a:pos x="1812" y="447"/>
              </a:cxn>
              <a:cxn ang="0">
                <a:pos x="2438" y="190"/>
              </a:cxn>
              <a:cxn ang="0">
                <a:pos x="2899" y="192"/>
              </a:cxn>
              <a:cxn ang="0">
                <a:pos x="2815" y="276"/>
              </a:cxn>
              <a:cxn ang="0">
                <a:pos x="3328" y="151"/>
              </a:cxn>
              <a:cxn ang="0">
                <a:pos x="3085" y="0"/>
              </a:cxn>
              <a:cxn ang="0">
                <a:pos x="2974" y="114"/>
              </a:cxn>
              <a:cxn ang="0">
                <a:pos x="2338" y="106"/>
              </a:cxn>
              <a:cxn ang="0">
                <a:pos x="1762" y="352"/>
              </a:cxn>
              <a:cxn ang="0">
                <a:pos x="1667" y="112"/>
              </a:cxn>
              <a:cxn ang="0">
                <a:pos x="1046" y="106"/>
              </a:cxn>
              <a:cxn ang="0">
                <a:pos x="1147" y="11"/>
              </a:cxn>
              <a:cxn ang="0">
                <a:pos x="599" y="140"/>
              </a:cxn>
            </a:cxnLst>
            <a:rect l="0" t="0" r="r" b="b"/>
            <a:pathLst>
              <a:path w="3328" h="906">
                <a:moveTo>
                  <a:pt x="599" y="140"/>
                </a:moveTo>
                <a:lnTo>
                  <a:pt x="877" y="270"/>
                </a:lnTo>
                <a:lnTo>
                  <a:pt x="964" y="177"/>
                </a:lnTo>
                <a:lnTo>
                  <a:pt x="1393" y="183"/>
                </a:lnTo>
                <a:lnTo>
                  <a:pt x="1527" y="459"/>
                </a:lnTo>
                <a:lnTo>
                  <a:pt x="856" y="727"/>
                </a:lnTo>
                <a:lnTo>
                  <a:pt x="436" y="721"/>
                </a:lnTo>
                <a:lnTo>
                  <a:pt x="537" y="615"/>
                </a:lnTo>
                <a:lnTo>
                  <a:pt x="0" y="755"/>
                </a:lnTo>
                <a:lnTo>
                  <a:pt x="247" y="906"/>
                </a:lnTo>
                <a:lnTo>
                  <a:pt x="337" y="804"/>
                </a:lnTo>
                <a:lnTo>
                  <a:pt x="973" y="800"/>
                </a:lnTo>
                <a:lnTo>
                  <a:pt x="1570" y="552"/>
                </a:lnTo>
                <a:lnTo>
                  <a:pt x="1663" y="810"/>
                </a:lnTo>
                <a:lnTo>
                  <a:pt x="2281" y="807"/>
                </a:lnTo>
                <a:lnTo>
                  <a:pt x="2188" y="900"/>
                </a:lnTo>
                <a:lnTo>
                  <a:pt x="2707" y="772"/>
                </a:lnTo>
                <a:lnTo>
                  <a:pt x="2467" y="624"/>
                </a:lnTo>
                <a:lnTo>
                  <a:pt x="2359" y="726"/>
                </a:lnTo>
                <a:lnTo>
                  <a:pt x="1915" y="720"/>
                </a:lnTo>
                <a:lnTo>
                  <a:pt x="1812" y="447"/>
                </a:lnTo>
                <a:lnTo>
                  <a:pt x="2438" y="190"/>
                </a:lnTo>
                <a:lnTo>
                  <a:pt x="2899" y="192"/>
                </a:lnTo>
                <a:lnTo>
                  <a:pt x="2815" y="276"/>
                </a:lnTo>
                <a:lnTo>
                  <a:pt x="3328" y="151"/>
                </a:lnTo>
                <a:lnTo>
                  <a:pt x="3085" y="0"/>
                </a:lnTo>
                <a:lnTo>
                  <a:pt x="2974" y="114"/>
                </a:lnTo>
                <a:lnTo>
                  <a:pt x="2338" y="106"/>
                </a:lnTo>
                <a:lnTo>
                  <a:pt x="1762" y="352"/>
                </a:lnTo>
                <a:lnTo>
                  <a:pt x="1667" y="112"/>
                </a:lnTo>
                <a:lnTo>
                  <a:pt x="1046" y="106"/>
                </a:lnTo>
                <a:lnTo>
                  <a:pt x="1147" y="11"/>
                </a:lnTo>
                <a:lnTo>
                  <a:pt x="599" y="14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bg1">
                <a:lumMod val="50000"/>
              </a:schemeClr>
            </a:solidFill>
            <a:round/>
            <a:headEnd type="none" w="med" len="med"/>
            <a:tailEnd type="none" w="med" len="med"/>
          </a:ln>
          <a:effectLst>
            <a:outerShdw dist="17961" dir="2700000" algn="ctr" rotWithShape="0">
              <a:srgbClr val="4D4D4D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ko-KR" altLang="en-US" kern="0">
              <a:solidFill>
                <a:sysClr val="windowText" lastClr="000000"/>
              </a:solidFill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94A2FE8A-C61F-F3B5-82C1-EE438F8AB803}"/>
              </a:ext>
            </a:extLst>
          </p:cNvPr>
          <p:cNvCxnSpPr/>
          <p:nvPr/>
        </p:nvCxnSpPr>
        <p:spPr>
          <a:xfrm>
            <a:off x="5824618" y="4925588"/>
            <a:ext cx="19111" cy="106624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4021A64-DDEE-555B-88C3-BBA5DDAB4DBE}"/>
              </a:ext>
            </a:extLst>
          </p:cNvPr>
          <p:cNvCxnSpPr/>
          <p:nvPr/>
        </p:nvCxnSpPr>
        <p:spPr>
          <a:xfrm>
            <a:off x="7857008" y="4967934"/>
            <a:ext cx="22651" cy="10239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FAC0C79D-77D9-7C68-A0A3-5F9887DDEDD7}"/>
              </a:ext>
            </a:extLst>
          </p:cNvPr>
          <p:cNvCxnSpPr/>
          <p:nvPr/>
        </p:nvCxnSpPr>
        <p:spPr>
          <a:xfrm>
            <a:off x="2544726" y="4699224"/>
            <a:ext cx="542068" cy="23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F3AE8F8-78A8-C8A7-A151-C4605A578F08}"/>
              </a:ext>
            </a:extLst>
          </p:cNvPr>
          <p:cNvSpPr txBox="1"/>
          <p:nvPr/>
        </p:nvSpPr>
        <p:spPr>
          <a:xfrm>
            <a:off x="916843" y="4228713"/>
            <a:ext cx="1479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http://192.168.19.67</a:t>
            </a:r>
            <a:endParaRPr lang="ko-KR" altLang="en-US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2" descr="C:\Users\Toshiba\AppData\Local\Microsoft\Windows\Temporary Internet Files\Content.IE5\TBE21NJN\MC900434845[1].png">
            <a:extLst>
              <a:ext uri="{FF2B5EF4-FFF2-40B4-BE49-F238E27FC236}">
                <a16:creationId xmlns:a16="http://schemas.microsoft.com/office/drawing/2014/main" id="{72A11A1C-F3A3-BC51-6B19-6272EE1A2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540913" y="4130616"/>
            <a:ext cx="1352649" cy="1310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10CF704-A16A-87CD-F6A8-D4143EDA62E2}"/>
              </a:ext>
            </a:extLst>
          </p:cNvPr>
          <p:cNvSpPr txBox="1"/>
          <p:nvPr/>
        </p:nvSpPr>
        <p:spPr>
          <a:xfrm>
            <a:off x="2110177" y="5335397"/>
            <a:ext cx="122661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Node</a:t>
            </a:r>
          </a:p>
          <a:p>
            <a:r>
              <a:rPr lang="en-US" altLang="ko-K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192.168.10.100</a:t>
            </a:r>
            <a:endParaRPr lang="ko-KR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모서리가 둥근 직사각형 49">
            <a:extLst>
              <a:ext uri="{FF2B5EF4-FFF2-40B4-BE49-F238E27FC236}">
                <a16:creationId xmlns:a16="http://schemas.microsoft.com/office/drawing/2014/main" id="{C335EE01-FDDC-1B35-A834-4D86DB000DDA}"/>
              </a:ext>
            </a:extLst>
          </p:cNvPr>
          <p:cNvSpPr/>
          <p:nvPr/>
        </p:nvSpPr>
        <p:spPr>
          <a:xfrm>
            <a:off x="8608302" y="3414090"/>
            <a:ext cx="2050219" cy="751993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62C127B0-A368-D646-7CDA-612D827183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9680899" y="3211859"/>
            <a:ext cx="340892" cy="270708"/>
          </a:xfrm>
          <a:prstGeom prst="rect">
            <a:avLst/>
          </a:prstGeom>
        </p:spPr>
      </p:pic>
      <p:sp>
        <p:nvSpPr>
          <p:cNvPr id="42" name="정육면체 41">
            <a:extLst>
              <a:ext uri="{FF2B5EF4-FFF2-40B4-BE49-F238E27FC236}">
                <a16:creationId xmlns:a16="http://schemas.microsoft.com/office/drawing/2014/main" id="{139FC1C5-4446-44B0-555D-BF4D2D0A4FC3}"/>
              </a:ext>
            </a:extLst>
          </p:cNvPr>
          <p:cNvSpPr/>
          <p:nvPr/>
        </p:nvSpPr>
        <p:spPr>
          <a:xfrm>
            <a:off x="9143957" y="3488715"/>
            <a:ext cx="417805" cy="427087"/>
          </a:xfrm>
          <a:prstGeom prst="cube">
            <a:avLst/>
          </a:prstGeom>
          <a:solidFill>
            <a:srgbClr val="FFFF0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C79CDC7-6086-6F65-32CC-890092E5A101}"/>
              </a:ext>
            </a:extLst>
          </p:cNvPr>
          <p:cNvSpPr txBox="1"/>
          <p:nvPr/>
        </p:nvSpPr>
        <p:spPr>
          <a:xfrm>
            <a:off x="10021791" y="3199492"/>
            <a:ext cx="9957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192.168.19.67</a:t>
            </a:r>
            <a:endParaRPr lang="ko-KR" altLang="en-US" sz="11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5" name="Picture 2" descr="C:\Users\Toshiba\AppData\Local\Microsoft\Windows\Temporary Internet Files\Content.IE5\TBE21NJN\MC900434845[1].png">
            <a:extLst>
              <a:ext uri="{FF2B5EF4-FFF2-40B4-BE49-F238E27FC236}">
                <a16:creationId xmlns:a16="http://schemas.microsoft.com/office/drawing/2014/main" id="{ED0D660A-8BDA-805A-CAA9-FA32F5D9B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373" y="4121342"/>
            <a:ext cx="1365694" cy="1310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Picture 2" descr="C:\Users\Toshiba\AppData\Local\Microsoft\Windows\Temporary Internet Files\Content.IE5\TBE21NJN\MC900434845[1].png">
            <a:extLst>
              <a:ext uri="{FF2B5EF4-FFF2-40B4-BE49-F238E27FC236}">
                <a16:creationId xmlns:a16="http://schemas.microsoft.com/office/drawing/2014/main" id="{F6AA0AFD-C6B0-FF3C-B3E5-AC8E06F61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8388" y="4151789"/>
            <a:ext cx="1229098" cy="1310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Picture 2" descr="C:\Users\Toshiba\AppData\Local\Microsoft\Windows\Temporary Internet Files\Content.IE5\TBE21NJN\MC900434845[1].png">
            <a:extLst>
              <a:ext uri="{FF2B5EF4-FFF2-40B4-BE49-F238E27FC236}">
                <a16:creationId xmlns:a16="http://schemas.microsoft.com/office/drawing/2014/main" id="{A55D504A-7BA9-46AF-5FA2-4AFF3A8D5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788" y="4130616"/>
            <a:ext cx="1229098" cy="1310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245FB43E-0060-417F-6816-952E10088B8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686" y="4492883"/>
            <a:ext cx="728598" cy="586135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0E4224ED-A8F3-AD1A-9E3A-80C9ACCD50DA}"/>
              </a:ext>
            </a:extLst>
          </p:cNvPr>
          <p:cNvSpPr/>
          <p:nvPr/>
        </p:nvSpPr>
        <p:spPr>
          <a:xfrm>
            <a:off x="5286375" y="1447799"/>
            <a:ext cx="1669311" cy="506821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2" name="그림 51" descr="텍스트, 스크린샷, 멀티미디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3BFF6F-8B9D-352E-9601-33D4286FD8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785" y="2609300"/>
            <a:ext cx="2860009" cy="1411846"/>
          </a:xfrm>
          <a:prstGeom prst="rect">
            <a:avLst/>
          </a:prstGeom>
          <a:ln>
            <a:solidFill>
              <a:schemeClr val="bg1">
                <a:lumMod val="85000"/>
                <a:alpha val="99000"/>
              </a:schemeClr>
            </a:solidFill>
          </a:ln>
        </p:spPr>
      </p:pic>
      <p:sp>
        <p:nvSpPr>
          <p:cNvPr id="53" name="AutoShape 26">
            <a:extLst>
              <a:ext uri="{FF2B5EF4-FFF2-40B4-BE49-F238E27FC236}">
                <a16:creationId xmlns:a16="http://schemas.microsoft.com/office/drawing/2014/main" id="{5BC455EA-0226-62AC-5DA4-C251C18CB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3400" y="2808061"/>
            <a:ext cx="1222450" cy="620939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ko-KR" b="1" kern="0" dirty="0">
                <a:solidFill>
                  <a:sysClr val="windowText" lastClr="000000"/>
                </a:solidFill>
              </a:rPr>
              <a:t>CNI</a:t>
            </a:r>
            <a:endParaRPr lang="ko-KR" altLang="en-US" b="1" kern="0" dirty="0">
              <a:solidFill>
                <a:sysClr val="windowText" lastClr="00000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E5B1C92-7AF4-98E8-3760-1EC9359EEBB4}"/>
              </a:ext>
            </a:extLst>
          </p:cNvPr>
          <p:cNvSpPr txBox="1"/>
          <p:nvPr/>
        </p:nvSpPr>
        <p:spPr>
          <a:xfrm>
            <a:off x="7233864" y="3661255"/>
            <a:ext cx="1340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 : 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nginx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-pod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A7EB37-0735-933D-6DE4-1BBB9DA78BF8}"/>
              </a:ext>
            </a:extLst>
          </p:cNvPr>
          <p:cNvSpPr txBox="1"/>
          <p:nvPr/>
        </p:nvSpPr>
        <p:spPr>
          <a:xfrm>
            <a:off x="8608302" y="3886064"/>
            <a:ext cx="20842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container: 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nginx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-container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70022E9D-F751-FBCE-6EFE-183EC7B8AF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3572" y="5242053"/>
            <a:ext cx="340892" cy="270708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F98BFD62-8519-BE07-E364-08021757C8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2889" y="5221465"/>
            <a:ext cx="340892" cy="270708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2081E7F4-99E6-A733-9BC7-6EF123C71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7887" y="5244162"/>
            <a:ext cx="340892" cy="270708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39B99970-0FF2-3698-3915-2D51BC2163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1256" y="5234133"/>
            <a:ext cx="340892" cy="270708"/>
          </a:xfrm>
          <a:prstGeom prst="rect">
            <a:avLst/>
          </a:prstGeom>
        </p:spPr>
      </p:pic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DBC0E3F0-035F-6ECA-C0D2-A88C3348A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27787" y="6583465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8533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A940B-AC14-0B88-B894-7B1B53BF2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D6574EF-1A6E-A51C-029D-C8489F1D9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9832" y="6380413"/>
            <a:ext cx="2743200" cy="365125"/>
          </a:xfrm>
        </p:spPr>
        <p:txBody>
          <a:bodyPr/>
          <a:lstStyle/>
          <a:p>
            <a:fld id="{5C9DF2A3-83BA-4082-B202-7AACA30BF060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F5396AB-B666-E140-6376-8D7198D7A482}"/>
              </a:ext>
            </a:extLst>
          </p:cNvPr>
          <p:cNvSpPr/>
          <p:nvPr/>
        </p:nvSpPr>
        <p:spPr>
          <a:xfrm>
            <a:off x="926638" y="2136338"/>
            <a:ext cx="760336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#kubectl exec nginx-pod –c nginx-container  -it  -- /bin/bash</a:t>
            </a:r>
          </a:p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 /</a:t>
            </a:r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-release</a:t>
            </a:r>
          </a:p>
          <a:p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BCC572-DAD1-6401-CBB5-0181C879A94C}"/>
              </a:ext>
            </a:extLst>
          </p:cNvPr>
          <p:cNvSpPr txBox="1"/>
          <p:nvPr/>
        </p:nvSpPr>
        <p:spPr>
          <a:xfrm>
            <a:off x="697191" y="784457"/>
            <a:ext cx="4683063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Pod</a:t>
            </a:r>
            <a:r>
              <a:rPr lang="ko-KR" altLang="en-US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안 </a:t>
            </a:r>
            <a:r>
              <a:rPr lang="en-US" altLang="ko-KR" sz="20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Container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운영체제 확인 </a:t>
            </a:r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5C379C-F865-9B0F-65A9-211D07CD3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638" y="3162117"/>
            <a:ext cx="9693737" cy="2883913"/>
          </a:xfrm>
          <a:prstGeom prst="rect">
            <a:avLst/>
          </a:prstGeom>
        </p:spPr>
      </p:pic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A33CFF49-42DC-44B1-398A-5FE37C0AAB19}"/>
              </a:ext>
            </a:extLst>
          </p:cNvPr>
          <p:cNvSpPr/>
          <p:nvPr/>
        </p:nvSpPr>
        <p:spPr>
          <a:xfrm>
            <a:off x="5916133" y="381000"/>
            <a:ext cx="2942117" cy="1468500"/>
          </a:xfrm>
          <a:prstGeom prst="roundRect">
            <a:avLst>
              <a:gd name="adj" fmla="val 8448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정육면체 7">
            <a:extLst>
              <a:ext uri="{FF2B5EF4-FFF2-40B4-BE49-F238E27FC236}">
                <a16:creationId xmlns:a16="http://schemas.microsoft.com/office/drawing/2014/main" id="{683A6967-2C07-80DD-62CE-B8A91F8A6E7A}"/>
              </a:ext>
            </a:extLst>
          </p:cNvPr>
          <p:cNvSpPr/>
          <p:nvPr/>
        </p:nvSpPr>
        <p:spPr>
          <a:xfrm>
            <a:off x="6987890" y="825149"/>
            <a:ext cx="771415" cy="857257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3FFAC3-A588-A82A-28FC-201C396810F0}"/>
              </a:ext>
            </a:extLst>
          </p:cNvPr>
          <p:cNvSpPr txBox="1"/>
          <p:nvPr/>
        </p:nvSpPr>
        <p:spPr>
          <a:xfrm>
            <a:off x="8881169" y="1472293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 : 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nginx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-pod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3E2147-B6D5-DCAE-6142-32809D60781E}"/>
              </a:ext>
            </a:extLst>
          </p:cNvPr>
          <p:cNvSpPr txBox="1"/>
          <p:nvPr/>
        </p:nvSpPr>
        <p:spPr>
          <a:xfrm>
            <a:off x="6128844" y="510268"/>
            <a:ext cx="265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container: 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nginx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-container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8B184EF2-9750-6018-0587-0FC2FAB2F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7430" y="6482474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0469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E5983-F1F3-268A-0C74-18776A796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D939F71-4D99-6CE9-953D-9648B6418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6056" y="6380412"/>
            <a:ext cx="2743200" cy="365125"/>
          </a:xfrm>
        </p:spPr>
        <p:txBody>
          <a:bodyPr/>
          <a:lstStyle/>
          <a:p>
            <a:fld id="{C1A1004C-CC20-4860-A597-7281101A933E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B0C138-3CFE-D5C2-CE65-37EF75ED04BF}"/>
              </a:ext>
            </a:extLst>
          </p:cNvPr>
          <p:cNvSpPr txBox="1"/>
          <p:nvPr/>
        </p:nvSpPr>
        <p:spPr>
          <a:xfrm>
            <a:off x="795314" y="989097"/>
            <a:ext cx="750077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#kubectl exec nginx-pod –c nginx-container –it -- /bin/bash</a:t>
            </a:r>
          </a:p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 /</a:t>
            </a:r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/share/nginx/html</a:t>
            </a:r>
          </a:p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 “Hello~ Web” &gt; </a:t>
            </a:r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index.thml</a:t>
            </a:r>
            <a:endParaRPr lang="en-US" altLang="ko-K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 index.html</a:t>
            </a:r>
          </a:p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#curl 192.168.19.67</a:t>
            </a:r>
          </a:p>
          <a:p>
            <a:endParaRPr lang="en-US" altLang="ko-K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54DECB-69B8-8852-4319-5874F21D79BC}"/>
              </a:ext>
            </a:extLst>
          </p:cNvPr>
          <p:cNvSpPr txBox="1"/>
          <p:nvPr/>
        </p:nvSpPr>
        <p:spPr>
          <a:xfrm>
            <a:off x="795314" y="409329"/>
            <a:ext cx="5300686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Pod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안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Container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접근 후 내용 수정 </a:t>
            </a:r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62CE17-F08F-E290-06DE-E67E9CD44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14" y="3323578"/>
            <a:ext cx="8262961" cy="2685908"/>
          </a:xfrm>
          <a:prstGeom prst="rect">
            <a:avLst/>
          </a:prstGeom>
        </p:spPr>
      </p:pic>
      <p:pic>
        <p:nvPicPr>
          <p:cNvPr id="8" name="그림 7" descr="텍스트, 스크린샷, 멀티미디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07CE29-8BDE-C6A7-5031-38E303305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450" y="3845585"/>
            <a:ext cx="3212723" cy="192763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A18CB07A-AA71-A79E-4BE5-9527390BC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7430" y="6482474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8661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0AF79-4FBF-55A4-BC82-2F73E0C86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E4BA66-43F4-9288-8C89-2AB372145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365" y="579955"/>
            <a:ext cx="3374846" cy="581025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ko-KR" altLang="en-US" sz="2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실습 명령어 정리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391113-578D-D26B-2AF2-C3D86E51A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4624" y="579955"/>
            <a:ext cx="6446819" cy="63881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❶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Multi pod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생성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nano pod-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nginx.yaml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–f pod-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nginx.yaml</a:t>
            </a:r>
            <a:endParaRPr lang="en-US" altLang="ko-KR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❷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Pod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정보 확인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get pods</a:t>
            </a:r>
          </a:p>
          <a:p>
            <a:pPr marL="0" indent="0">
              <a:buNone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get pods –o wide</a:t>
            </a:r>
          </a:p>
          <a:p>
            <a:pPr marL="0" indent="0">
              <a:buNone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❸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Pod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상세 정보 확인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(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장애처리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와 수정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describe pod pod-nginx</a:t>
            </a:r>
          </a:p>
          <a:p>
            <a:pPr marL="0" indent="0">
              <a:buNone/>
            </a:pPr>
            <a:endParaRPr lang="en-US" altLang="ko-KR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❹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Pod</a:t>
            </a:r>
            <a:r>
              <a:rPr lang="en-US" altLang="ko-KR" sz="2000" i="1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삭제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en-US" altLang="ko-K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delete pod pod-nginx</a:t>
            </a:r>
            <a:endParaRPr lang="en-US" altLang="ko-KR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delete pod --all</a:t>
            </a:r>
          </a:p>
          <a:p>
            <a:pPr marL="0" indent="0">
              <a:buNone/>
            </a:pPr>
            <a:endParaRPr lang="en-US" altLang="ko-KR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832D65-B6BC-AAD7-8EEE-9B5813E17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1004C-CC20-4860-A597-7281101A933E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바닥글 개체 틀 3">
            <a:extLst>
              <a:ext uri="{FF2B5EF4-FFF2-40B4-BE49-F238E27FC236}">
                <a16:creationId xmlns:a16="http://schemas.microsoft.com/office/drawing/2014/main" id="{F21D085A-A90D-0F21-F58B-DBB077450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7430" y="6482474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9652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EBEDC-F593-673C-439A-3BD431082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BAD3FE-11D1-CCF6-D1EC-30D029021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90" y="1723987"/>
            <a:ext cx="5079410" cy="4342786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9D1FBA9-F7BC-EC57-F4BB-85F78CBD8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55810" y="6407744"/>
            <a:ext cx="2057400" cy="365125"/>
          </a:xfrm>
        </p:spPr>
        <p:txBody>
          <a:bodyPr/>
          <a:lstStyle/>
          <a:p>
            <a:fld id="{C1A1004C-CC20-4860-A597-7281101A933E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84063DB-3B61-D35D-865D-18CE35B2651C}"/>
              </a:ext>
            </a:extLst>
          </p:cNvPr>
          <p:cNvSpPr/>
          <p:nvPr/>
        </p:nvSpPr>
        <p:spPr>
          <a:xfrm>
            <a:off x="6361108" y="6128641"/>
            <a:ext cx="40687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#kubectl describe pod </a:t>
            </a:r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multipod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모서리가 둥근 직사각형 5">
            <a:extLst>
              <a:ext uri="{FF2B5EF4-FFF2-40B4-BE49-F238E27FC236}">
                <a16:creationId xmlns:a16="http://schemas.microsoft.com/office/drawing/2014/main" id="{068438C1-E88B-D15A-42A9-DA2C7E9A9D2A}"/>
              </a:ext>
            </a:extLst>
          </p:cNvPr>
          <p:cNvSpPr/>
          <p:nvPr/>
        </p:nvSpPr>
        <p:spPr>
          <a:xfrm>
            <a:off x="816088" y="2181731"/>
            <a:ext cx="4449738" cy="1763412"/>
          </a:xfrm>
          <a:prstGeom prst="roundRect">
            <a:avLst>
              <a:gd name="adj" fmla="val 8448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정육면체 4">
            <a:extLst>
              <a:ext uri="{FF2B5EF4-FFF2-40B4-BE49-F238E27FC236}">
                <a16:creationId xmlns:a16="http://schemas.microsoft.com/office/drawing/2014/main" id="{B83F6494-C3C5-2D6C-9850-A2AFCB719709}"/>
              </a:ext>
            </a:extLst>
          </p:cNvPr>
          <p:cNvSpPr/>
          <p:nvPr/>
        </p:nvSpPr>
        <p:spPr>
          <a:xfrm>
            <a:off x="3586783" y="2531037"/>
            <a:ext cx="771415" cy="857257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3E4A01-BF76-DB48-6891-40F521FA69D9}"/>
              </a:ext>
            </a:extLst>
          </p:cNvPr>
          <p:cNvSpPr txBox="1"/>
          <p:nvPr/>
        </p:nvSpPr>
        <p:spPr>
          <a:xfrm>
            <a:off x="2753020" y="3458980"/>
            <a:ext cx="2339103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container: </a:t>
            </a:r>
          </a:p>
          <a:p>
            <a:pPr algn="ctr">
              <a:lnSpc>
                <a:spcPts val="11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ubuntu-container 24.04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정육면체 11">
            <a:extLst>
              <a:ext uri="{FF2B5EF4-FFF2-40B4-BE49-F238E27FC236}">
                <a16:creationId xmlns:a16="http://schemas.microsoft.com/office/drawing/2014/main" id="{C1F2B8F7-A995-F5BA-1DFF-70112193CA8D}"/>
              </a:ext>
            </a:extLst>
          </p:cNvPr>
          <p:cNvSpPr/>
          <p:nvPr/>
        </p:nvSpPr>
        <p:spPr>
          <a:xfrm>
            <a:off x="1571972" y="2499804"/>
            <a:ext cx="771415" cy="857257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2D6C0C-79E8-582E-A3C2-AFED316CAF41}"/>
              </a:ext>
            </a:extLst>
          </p:cNvPr>
          <p:cNvSpPr txBox="1"/>
          <p:nvPr/>
        </p:nvSpPr>
        <p:spPr>
          <a:xfrm>
            <a:off x="1032550" y="3397560"/>
            <a:ext cx="1646605" cy="415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container: </a:t>
            </a:r>
          </a:p>
          <a:p>
            <a:pPr algn="ctr">
              <a:lnSpc>
                <a:spcPts val="1200"/>
              </a:lnSpc>
            </a:pP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nginx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-container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627872C8-F90E-950F-FD2B-079067F59F49}"/>
              </a:ext>
            </a:extLst>
          </p:cNvPr>
          <p:cNvSpPr/>
          <p:nvPr/>
        </p:nvSpPr>
        <p:spPr>
          <a:xfrm>
            <a:off x="2228865" y="2870471"/>
            <a:ext cx="391886" cy="304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497676-1701-C6E4-024F-D0B25D9A4803}"/>
              </a:ext>
            </a:extLst>
          </p:cNvPr>
          <p:cNvSpPr txBox="1"/>
          <p:nvPr/>
        </p:nvSpPr>
        <p:spPr>
          <a:xfrm>
            <a:off x="2325388" y="259474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D9E359-D5E0-1B45-050C-9B49EF7AC96C}"/>
              </a:ext>
            </a:extLst>
          </p:cNvPr>
          <p:cNvSpPr txBox="1"/>
          <p:nvPr/>
        </p:nvSpPr>
        <p:spPr>
          <a:xfrm>
            <a:off x="3623675" y="2735544"/>
            <a:ext cx="6976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</a:t>
            </a:r>
          </a:p>
          <a:p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10000</a:t>
            </a:r>
            <a:endParaRPr lang="ko-KR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582DDED-11DA-9C1C-AE0D-A4BA204993AD}"/>
              </a:ext>
            </a:extLst>
          </p:cNvPr>
          <p:cNvSpPr/>
          <p:nvPr/>
        </p:nvSpPr>
        <p:spPr>
          <a:xfrm>
            <a:off x="6361108" y="751312"/>
            <a:ext cx="439094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-f pod-</a:t>
            </a:r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multi.yaml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get pods –o wide</a:t>
            </a:r>
          </a:p>
          <a:p>
            <a:endParaRPr lang="en-US" altLang="ko-K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6301" y="421588"/>
            <a:ext cx="4287762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실습</a:t>
            </a:r>
            <a:r>
              <a:rPr lang="en-US" altLang="ko-KR" sz="2800" b="1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2. </a:t>
            </a:r>
            <a:r>
              <a:rPr lang="en-US" altLang="ko-KR" sz="2800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Multi-pod</a:t>
            </a:r>
            <a:r>
              <a:rPr lang="en-US" altLang="ko-KR" sz="28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7D68CE8-D0BC-D05F-5A60-E8799F927A01}"/>
              </a:ext>
            </a:extLst>
          </p:cNvPr>
          <p:cNvCxnSpPr>
            <a:cxnSpLocks/>
          </p:cNvCxnSpPr>
          <p:nvPr/>
        </p:nvCxnSpPr>
        <p:spPr>
          <a:xfrm>
            <a:off x="7593500" y="3088196"/>
            <a:ext cx="1123950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75B6683-E7C7-0672-F662-C4883D519763}"/>
              </a:ext>
            </a:extLst>
          </p:cNvPr>
          <p:cNvSpPr txBox="1"/>
          <p:nvPr/>
        </p:nvSpPr>
        <p:spPr>
          <a:xfrm>
            <a:off x="1976063" y="40058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 : </a:t>
            </a:r>
            <a:r>
              <a:rPr lang="en-US" altLang="ko-K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multipod</a:t>
            </a:r>
            <a:endParaRPr lang="ko-KR" altLang="en-US" dirty="0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2C1A303-1680-CA12-D50F-F679137CC5DD}"/>
              </a:ext>
            </a:extLst>
          </p:cNvPr>
          <p:cNvCxnSpPr>
            <a:cxnSpLocks/>
          </p:cNvCxnSpPr>
          <p:nvPr/>
        </p:nvCxnSpPr>
        <p:spPr>
          <a:xfrm>
            <a:off x="7844281" y="3858036"/>
            <a:ext cx="2011529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904EF3C3-AD80-6542-5F8C-6879CA46D028}"/>
              </a:ext>
            </a:extLst>
          </p:cNvPr>
          <p:cNvCxnSpPr>
            <a:cxnSpLocks/>
          </p:cNvCxnSpPr>
          <p:nvPr/>
        </p:nvCxnSpPr>
        <p:spPr>
          <a:xfrm>
            <a:off x="7844281" y="5025418"/>
            <a:ext cx="2011529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E3AF5BC8-6625-6D8E-7875-3E50B735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7430" y="6482474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4867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91D69-1AD0-7DAF-D93A-0735462EF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CFA5C85-D09C-05BB-2CA2-41E29685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1004C-CC20-4860-A597-7281101A933E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E651DD-486A-F0E8-DA6D-96948AD42303}"/>
              </a:ext>
            </a:extLst>
          </p:cNvPr>
          <p:cNvSpPr txBox="1"/>
          <p:nvPr/>
        </p:nvSpPr>
        <p:spPr>
          <a:xfrm>
            <a:off x="419705" y="4632778"/>
            <a:ext cx="3592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err="1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kubectl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get pod –o wide</a:t>
            </a:r>
            <a:endParaRPr lang="ko-KR" altLang="en-US" sz="24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A29B6E6-3B54-E2C3-CA1F-3BB3F05CC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905" y="5172418"/>
            <a:ext cx="11352589" cy="6740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3EF4BD-7ADF-BC57-26DA-E8199A156820}"/>
              </a:ext>
            </a:extLst>
          </p:cNvPr>
          <p:cNvSpPr txBox="1"/>
          <p:nvPr/>
        </p:nvSpPr>
        <p:spPr>
          <a:xfrm>
            <a:off x="343505" y="670419"/>
            <a:ext cx="45560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watch </a:t>
            </a:r>
            <a:r>
              <a:rPr lang="en-US" altLang="ko-KR" sz="2400" dirty="0" err="1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kubectl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get pod –o wide</a:t>
            </a:r>
            <a:endParaRPr lang="ko-KR" altLang="en-US" sz="24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F1D2915-2453-23BC-9B58-CAC061120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05" y="1348552"/>
            <a:ext cx="11486545" cy="601116"/>
          </a:xfrm>
          <a:prstGeom prst="rect">
            <a:avLst/>
          </a:prstGeom>
        </p:spPr>
      </p:pic>
      <p:sp>
        <p:nvSpPr>
          <p:cNvPr id="17" name="모서리가 둥근 직사각형 5">
            <a:extLst>
              <a:ext uri="{FF2B5EF4-FFF2-40B4-BE49-F238E27FC236}">
                <a16:creationId xmlns:a16="http://schemas.microsoft.com/office/drawing/2014/main" id="{BCA6E870-0C5E-DB02-B7DA-FB14EA31F2D7}"/>
              </a:ext>
            </a:extLst>
          </p:cNvPr>
          <p:cNvSpPr/>
          <p:nvPr/>
        </p:nvSpPr>
        <p:spPr>
          <a:xfrm>
            <a:off x="4317430" y="2459540"/>
            <a:ext cx="4449738" cy="1763412"/>
          </a:xfrm>
          <a:prstGeom prst="roundRect">
            <a:avLst>
              <a:gd name="adj" fmla="val 8448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정육면체 17">
            <a:extLst>
              <a:ext uri="{FF2B5EF4-FFF2-40B4-BE49-F238E27FC236}">
                <a16:creationId xmlns:a16="http://schemas.microsoft.com/office/drawing/2014/main" id="{E5A8118D-79B4-5899-8A8B-A093DFF0DF78}"/>
              </a:ext>
            </a:extLst>
          </p:cNvPr>
          <p:cNvSpPr/>
          <p:nvPr/>
        </p:nvSpPr>
        <p:spPr>
          <a:xfrm>
            <a:off x="7088125" y="2808846"/>
            <a:ext cx="771415" cy="857257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246E3B-AEE6-F683-A2EC-2C8208BEE6D2}"/>
              </a:ext>
            </a:extLst>
          </p:cNvPr>
          <p:cNvSpPr txBox="1"/>
          <p:nvPr/>
        </p:nvSpPr>
        <p:spPr>
          <a:xfrm>
            <a:off x="6254362" y="3736789"/>
            <a:ext cx="2339103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container: </a:t>
            </a:r>
          </a:p>
          <a:p>
            <a:pPr algn="ctr">
              <a:lnSpc>
                <a:spcPts val="11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ubuntu-container 24.04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정육면체 19">
            <a:extLst>
              <a:ext uri="{FF2B5EF4-FFF2-40B4-BE49-F238E27FC236}">
                <a16:creationId xmlns:a16="http://schemas.microsoft.com/office/drawing/2014/main" id="{584A25B1-BE59-46AA-4F31-8CCF68D15374}"/>
              </a:ext>
            </a:extLst>
          </p:cNvPr>
          <p:cNvSpPr/>
          <p:nvPr/>
        </p:nvSpPr>
        <p:spPr>
          <a:xfrm>
            <a:off x="5073314" y="2777613"/>
            <a:ext cx="771415" cy="857257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33349A-FEF7-302B-8166-A38D0CD20A61}"/>
              </a:ext>
            </a:extLst>
          </p:cNvPr>
          <p:cNvSpPr txBox="1"/>
          <p:nvPr/>
        </p:nvSpPr>
        <p:spPr>
          <a:xfrm>
            <a:off x="4533892" y="3675369"/>
            <a:ext cx="1646605" cy="415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container: </a:t>
            </a:r>
          </a:p>
          <a:p>
            <a:pPr algn="ctr">
              <a:lnSpc>
                <a:spcPts val="1200"/>
              </a:lnSpc>
            </a:pP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nginx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-container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5CE69A4-7AE3-38BE-7637-FA3FBAEDBA9A}"/>
              </a:ext>
            </a:extLst>
          </p:cNvPr>
          <p:cNvSpPr/>
          <p:nvPr/>
        </p:nvSpPr>
        <p:spPr>
          <a:xfrm>
            <a:off x="5730207" y="3148280"/>
            <a:ext cx="391886" cy="304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70D690-62E8-39C6-5DFF-8CE37623C359}"/>
              </a:ext>
            </a:extLst>
          </p:cNvPr>
          <p:cNvSpPr txBox="1"/>
          <p:nvPr/>
        </p:nvSpPr>
        <p:spPr>
          <a:xfrm>
            <a:off x="5826730" y="287255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FAA381-130B-4040-40CD-3E40A1BDD751}"/>
              </a:ext>
            </a:extLst>
          </p:cNvPr>
          <p:cNvSpPr txBox="1"/>
          <p:nvPr/>
        </p:nvSpPr>
        <p:spPr>
          <a:xfrm>
            <a:off x="7125017" y="3013353"/>
            <a:ext cx="6976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</a:t>
            </a:r>
          </a:p>
          <a:p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10000</a:t>
            </a:r>
            <a:endParaRPr lang="ko-KR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91B3F93F-A812-52F4-93FC-B7E8F2D03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7430" y="6482474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1064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409575" y="6379700"/>
            <a:ext cx="2743200" cy="365125"/>
          </a:xfrm>
        </p:spPr>
        <p:txBody>
          <a:bodyPr/>
          <a:lstStyle/>
          <a:p>
            <a:pPr algn="l"/>
            <a:fld id="{C1A1004C-CC20-4860-A597-7281101A933E}" type="slidenum">
              <a:rPr lang="ko-KR" altLang="en-US" smtClean="0"/>
              <a:pPr algn="l"/>
              <a:t>16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65221" y="295737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err="1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kubectl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describe pod </a:t>
            </a:r>
            <a:r>
              <a:rPr lang="en-US" altLang="ko-KR" sz="2400" dirty="0" err="1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multipod</a:t>
            </a:r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A3DB08-4CCC-9904-1817-F6823B258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707" y="779522"/>
            <a:ext cx="6872757" cy="5661805"/>
          </a:xfrm>
          <a:prstGeom prst="rect">
            <a:avLst/>
          </a:prstGeom>
        </p:spPr>
      </p:pic>
      <p:sp>
        <p:nvSpPr>
          <p:cNvPr id="11" name="모서리가 둥근 직사각형 5">
            <a:extLst>
              <a:ext uri="{FF2B5EF4-FFF2-40B4-BE49-F238E27FC236}">
                <a16:creationId xmlns:a16="http://schemas.microsoft.com/office/drawing/2014/main" id="{9DAF2013-167F-9ACA-ED0A-4B43E5A2902F}"/>
              </a:ext>
            </a:extLst>
          </p:cNvPr>
          <p:cNvSpPr/>
          <p:nvPr/>
        </p:nvSpPr>
        <p:spPr>
          <a:xfrm>
            <a:off x="329225" y="2450295"/>
            <a:ext cx="4449738" cy="1763412"/>
          </a:xfrm>
          <a:prstGeom prst="roundRect">
            <a:avLst>
              <a:gd name="adj" fmla="val 8448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정육면체 11">
            <a:extLst>
              <a:ext uri="{FF2B5EF4-FFF2-40B4-BE49-F238E27FC236}">
                <a16:creationId xmlns:a16="http://schemas.microsoft.com/office/drawing/2014/main" id="{D33C3231-CA8E-37EC-6D48-8A2169312D0B}"/>
              </a:ext>
            </a:extLst>
          </p:cNvPr>
          <p:cNvSpPr/>
          <p:nvPr/>
        </p:nvSpPr>
        <p:spPr>
          <a:xfrm>
            <a:off x="2977183" y="2821143"/>
            <a:ext cx="771415" cy="857257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831696-BF6F-6BDD-CF60-7E6FF3894D81}"/>
              </a:ext>
            </a:extLst>
          </p:cNvPr>
          <p:cNvSpPr txBox="1"/>
          <p:nvPr/>
        </p:nvSpPr>
        <p:spPr>
          <a:xfrm>
            <a:off x="2143420" y="3749086"/>
            <a:ext cx="2339103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container: </a:t>
            </a:r>
          </a:p>
          <a:p>
            <a:pPr algn="ctr">
              <a:lnSpc>
                <a:spcPts val="11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ubuntu-container 24.04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정육면체 13">
            <a:extLst>
              <a:ext uri="{FF2B5EF4-FFF2-40B4-BE49-F238E27FC236}">
                <a16:creationId xmlns:a16="http://schemas.microsoft.com/office/drawing/2014/main" id="{A422E712-9133-5B6E-993F-0026F0164699}"/>
              </a:ext>
            </a:extLst>
          </p:cNvPr>
          <p:cNvSpPr/>
          <p:nvPr/>
        </p:nvSpPr>
        <p:spPr>
          <a:xfrm>
            <a:off x="962372" y="2789910"/>
            <a:ext cx="771415" cy="857257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B5C0AD-1D1B-FA3C-9513-2D9529CD86B3}"/>
              </a:ext>
            </a:extLst>
          </p:cNvPr>
          <p:cNvSpPr txBox="1"/>
          <p:nvPr/>
        </p:nvSpPr>
        <p:spPr>
          <a:xfrm>
            <a:off x="422950" y="3687666"/>
            <a:ext cx="1646605" cy="415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container: </a:t>
            </a:r>
          </a:p>
          <a:p>
            <a:pPr algn="ctr">
              <a:lnSpc>
                <a:spcPts val="1200"/>
              </a:lnSpc>
            </a:pP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nginx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-container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E14082E-B68F-EEB5-7B5A-EAF888A34863}"/>
              </a:ext>
            </a:extLst>
          </p:cNvPr>
          <p:cNvSpPr/>
          <p:nvPr/>
        </p:nvSpPr>
        <p:spPr>
          <a:xfrm>
            <a:off x="1619265" y="3160577"/>
            <a:ext cx="391886" cy="304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AC4DBA-A340-7721-52BD-7F1C5A935BE6}"/>
              </a:ext>
            </a:extLst>
          </p:cNvPr>
          <p:cNvSpPr txBox="1"/>
          <p:nvPr/>
        </p:nvSpPr>
        <p:spPr>
          <a:xfrm>
            <a:off x="1715788" y="28848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F412D0-45BC-170C-F8A4-DD103DDDB799}"/>
              </a:ext>
            </a:extLst>
          </p:cNvPr>
          <p:cNvSpPr txBox="1"/>
          <p:nvPr/>
        </p:nvSpPr>
        <p:spPr>
          <a:xfrm>
            <a:off x="3014075" y="3025650"/>
            <a:ext cx="6976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</a:t>
            </a:r>
          </a:p>
          <a:p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10000</a:t>
            </a:r>
            <a:endParaRPr lang="ko-KR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A63745-0508-664B-7889-8AD95853222C}"/>
              </a:ext>
            </a:extLst>
          </p:cNvPr>
          <p:cNvSpPr txBox="1"/>
          <p:nvPr/>
        </p:nvSpPr>
        <p:spPr>
          <a:xfrm>
            <a:off x="1366463" y="42959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 : </a:t>
            </a:r>
            <a:r>
              <a:rPr lang="en-US" altLang="ko-K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multipod</a:t>
            </a:r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6C258FC-BFBE-CA9B-E5C2-8D9FAB57A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260911" y="2201129"/>
            <a:ext cx="529914" cy="42081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30EE824-AE45-63B7-7B96-45B8C859EFA9}"/>
              </a:ext>
            </a:extLst>
          </p:cNvPr>
          <p:cNvSpPr txBox="1"/>
          <p:nvPr/>
        </p:nvSpPr>
        <p:spPr>
          <a:xfrm>
            <a:off x="1761876" y="1888240"/>
            <a:ext cx="1527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192.168.19.68</a:t>
            </a:r>
            <a:endParaRPr lang="ko-KR" altLang="en-US" dirty="0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4FA1519-349B-6322-A1E3-C4DE6A8DE2D9}"/>
              </a:ext>
            </a:extLst>
          </p:cNvPr>
          <p:cNvCxnSpPr>
            <a:cxnSpLocks/>
          </p:cNvCxnSpPr>
          <p:nvPr/>
        </p:nvCxnSpPr>
        <p:spPr>
          <a:xfrm flipV="1">
            <a:off x="5288450" y="2789910"/>
            <a:ext cx="1789395" cy="31233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573A8F5-0965-CF4A-15A3-6AAE436FFA10}"/>
              </a:ext>
            </a:extLst>
          </p:cNvPr>
          <p:cNvCxnSpPr>
            <a:cxnSpLocks/>
          </p:cNvCxnSpPr>
          <p:nvPr/>
        </p:nvCxnSpPr>
        <p:spPr>
          <a:xfrm>
            <a:off x="6860075" y="1013848"/>
            <a:ext cx="2213669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FFFE47F-837D-036B-6F1B-115245B5ECF8}"/>
              </a:ext>
            </a:extLst>
          </p:cNvPr>
          <p:cNvCxnSpPr>
            <a:cxnSpLocks/>
          </p:cNvCxnSpPr>
          <p:nvPr/>
        </p:nvCxnSpPr>
        <p:spPr>
          <a:xfrm>
            <a:off x="5288449" y="3218538"/>
            <a:ext cx="1427446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E9B0303-35E6-F773-EA19-9ABC47CC8FF3}"/>
              </a:ext>
            </a:extLst>
          </p:cNvPr>
          <p:cNvCxnSpPr>
            <a:cxnSpLocks/>
          </p:cNvCxnSpPr>
          <p:nvPr/>
        </p:nvCxnSpPr>
        <p:spPr>
          <a:xfrm>
            <a:off x="5288450" y="5818863"/>
            <a:ext cx="1427446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C38C3ECB-B0A2-2198-0BDB-F5CADDB8E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7430" y="6482474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8134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4ECE7-85C0-56F1-4616-142B43A9A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FAF404A-7180-F46B-DF8E-A0AC96A88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1004C-CC20-4860-A597-7281101A933E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55384D-68D2-0F3D-B0D5-C3114B7F1781}"/>
              </a:ext>
            </a:extLst>
          </p:cNvPr>
          <p:cNvSpPr txBox="1"/>
          <p:nvPr/>
        </p:nvSpPr>
        <p:spPr>
          <a:xfrm>
            <a:off x="465221" y="295737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err="1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kubectl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describe pod </a:t>
            </a:r>
            <a:r>
              <a:rPr lang="en-US" altLang="ko-KR" sz="2400" dirty="0" err="1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multipod</a:t>
            </a:r>
            <a:endParaRPr lang="ko-KR" altLang="en-US" sz="2400"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0993E0-AAC7-4EB5-A9C8-191B92818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21" y="1051848"/>
            <a:ext cx="11153670" cy="2377152"/>
          </a:xfrm>
          <a:prstGeom prst="rect">
            <a:avLst/>
          </a:prstGeom>
        </p:spPr>
      </p:pic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447E2936-A2A6-EE57-049E-019F7B97F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7430" y="6482474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7001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9235108" y="6273374"/>
            <a:ext cx="2743200" cy="365125"/>
          </a:xfrm>
        </p:spPr>
        <p:txBody>
          <a:bodyPr/>
          <a:lstStyle/>
          <a:p>
            <a:fld id="{5C9DF2A3-83BA-4082-B202-7AACA30BF060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051800" y="2685502"/>
            <a:ext cx="699582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#kubectl exec </a:t>
            </a: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multipod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–c ubuntu-container  -it  -- /bin/bash</a:t>
            </a:r>
          </a:p>
          <a:p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#cat /</a:t>
            </a: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-release</a:t>
            </a:r>
          </a:p>
          <a:p>
            <a:endParaRPr lang="ko-KR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5712" y="510747"/>
            <a:ext cx="5073588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Pod</a:t>
            </a:r>
            <a:r>
              <a:rPr lang="ko-KR" altLang="en-US" sz="2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안 </a:t>
            </a:r>
            <a:r>
              <a:rPr lang="en-US" altLang="ko-KR" sz="24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Container </a:t>
            </a:r>
            <a:r>
              <a:rPr lang="ko-KR" altLang="en-US" sz="2400" b="1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운영체제 확인 </a:t>
            </a:r>
          </a:p>
        </p:txBody>
      </p:sp>
      <p:sp>
        <p:nvSpPr>
          <p:cNvPr id="3" name="모서리가 둥근 직사각형 5">
            <a:extLst>
              <a:ext uri="{FF2B5EF4-FFF2-40B4-BE49-F238E27FC236}">
                <a16:creationId xmlns:a16="http://schemas.microsoft.com/office/drawing/2014/main" id="{EF90B5B2-E8F3-01BB-7AF5-9411D92A36F6}"/>
              </a:ext>
            </a:extLst>
          </p:cNvPr>
          <p:cNvSpPr/>
          <p:nvPr/>
        </p:nvSpPr>
        <p:spPr>
          <a:xfrm>
            <a:off x="6587150" y="869145"/>
            <a:ext cx="4449738" cy="1763412"/>
          </a:xfrm>
          <a:prstGeom prst="roundRect">
            <a:avLst>
              <a:gd name="adj" fmla="val 8448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정육면체 5">
            <a:extLst>
              <a:ext uri="{FF2B5EF4-FFF2-40B4-BE49-F238E27FC236}">
                <a16:creationId xmlns:a16="http://schemas.microsoft.com/office/drawing/2014/main" id="{BA7E446B-52AB-A1D0-F16D-1097EF71C0E9}"/>
              </a:ext>
            </a:extLst>
          </p:cNvPr>
          <p:cNvSpPr/>
          <p:nvPr/>
        </p:nvSpPr>
        <p:spPr>
          <a:xfrm>
            <a:off x="9235108" y="1239993"/>
            <a:ext cx="771415" cy="857257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9369A-A35C-31D9-738F-5551028277F3}"/>
              </a:ext>
            </a:extLst>
          </p:cNvPr>
          <p:cNvSpPr txBox="1"/>
          <p:nvPr/>
        </p:nvSpPr>
        <p:spPr>
          <a:xfrm>
            <a:off x="8401345" y="2167936"/>
            <a:ext cx="2339103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container: </a:t>
            </a:r>
          </a:p>
          <a:p>
            <a:pPr algn="ctr">
              <a:lnSpc>
                <a:spcPts val="11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ubuntu-container 24.04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정육면체 7">
            <a:extLst>
              <a:ext uri="{FF2B5EF4-FFF2-40B4-BE49-F238E27FC236}">
                <a16:creationId xmlns:a16="http://schemas.microsoft.com/office/drawing/2014/main" id="{2A959702-3AB9-0E3E-5714-1CE2573F105B}"/>
              </a:ext>
            </a:extLst>
          </p:cNvPr>
          <p:cNvSpPr/>
          <p:nvPr/>
        </p:nvSpPr>
        <p:spPr>
          <a:xfrm>
            <a:off x="7220297" y="1208760"/>
            <a:ext cx="771415" cy="857257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71A96-06DE-447D-09D4-A8BCCAAF8D2D}"/>
              </a:ext>
            </a:extLst>
          </p:cNvPr>
          <p:cNvSpPr txBox="1"/>
          <p:nvPr/>
        </p:nvSpPr>
        <p:spPr>
          <a:xfrm>
            <a:off x="6680875" y="2106516"/>
            <a:ext cx="1646605" cy="415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container: </a:t>
            </a:r>
          </a:p>
          <a:p>
            <a:pPr algn="ctr">
              <a:lnSpc>
                <a:spcPts val="1200"/>
              </a:lnSpc>
            </a:pP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nginx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-container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A68F9FD-8296-6964-9D03-3986DBEF7169}"/>
              </a:ext>
            </a:extLst>
          </p:cNvPr>
          <p:cNvSpPr/>
          <p:nvPr/>
        </p:nvSpPr>
        <p:spPr>
          <a:xfrm>
            <a:off x="7877190" y="1579427"/>
            <a:ext cx="391886" cy="304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8F1D1D-CEC2-BCBC-19B5-C1137CF5FCB0}"/>
              </a:ext>
            </a:extLst>
          </p:cNvPr>
          <p:cNvSpPr txBox="1"/>
          <p:nvPr/>
        </p:nvSpPr>
        <p:spPr>
          <a:xfrm>
            <a:off x="7973713" y="13037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7A1AC7-65BA-E6D9-E0A6-411C0AA05B07}"/>
              </a:ext>
            </a:extLst>
          </p:cNvPr>
          <p:cNvSpPr txBox="1"/>
          <p:nvPr/>
        </p:nvSpPr>
        <p:spPr>
          <a:xfrm>
            <a:off x="9272000" y="1444500"/>
            <a:ext cx="6976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</a:t>
            </a:r>
          </a:p>
          <a:p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10000</a:t>
            </a:r>
            <a:endParaRPr lang="ko-KR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868971-37FD-D2B7-0CBA-D99434D986CD}"/>
              </a:ext>
            </a:extLst>
          </p:cNvPr>
          <p:cNvSpPr txBox="1"/>
          <p:nvPr/>
        </p:nvSpPr>
        <p:spPr>
          <a:xfrm>
            <a:off x="9570896" y="2561249"/>
            <a:ext cx="1923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 : </a:t>
            </a:r>
            <a:r>
              <a:rPr lang="en-US" altLang="ko-K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multipod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40EFF21-AF8A-54FD-FC03-F3AEE3F6E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8518836" y="619979"/>
            <a:ext cx="529914" cy="42081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3BF947F-B7FB-CA58-140E-8286F938C266}"/>
              </a:ext>
            </a:extLst>
          </p:cNvPr>
          <p:cNvSpPr txBox="1"/>
          <p:nvPr/>
        </p:nvSpPr>
        <p:spPr>
          <a:xfrm>
            <a:off x="8019801" y="307090"/>
            <a:ext cx="1527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192.168.19.68</a:t>
            </a:r>
            <a:endParaRPr lang="ko-KR" altLang="en-US" dirty="0"/>
          </a:p>
        </p:txBody>
      </p:sp>
      <p:pic>
        <p:nvPicPr>
          <p:cNvPr id="21" name="그림 2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8C5392-2FBE-D1DB-0CED-AB24253D4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42" y="3492960"/>
            <a:ext cx="7989091" cy="2936568"/>
          </a:xfrm>
          <a:prstGeom prst="rect">
            <a:avLst/>
          </a:prstGeom>
        </p:spPr>
      </p:pic>
      <p:sp>
        <p:nvSpPr>
          <p:cNvPr id="16" name="바닥글 개체 틀 3">
            <a:extLst>
              <a:ext uri="{FF2B5EF4-FFF2-40B4-BE49-F238E27FC236}">
                <a16:creationId xmlns:a16="http://schemas.microsoft.com/office/drawing/2014/main" id="{60D468A0-A4CB-8AD2-81ED-3A0557224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7430" y="6482474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4845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9079831" y="6380413"/>
            <a:ext cx="2743200" cy="365125"/>
          </a:xfrm>
        </p:spPr>
        <p:txBody>
          <a:bodyPr/>
          <a:lstStyle/>
          <a:p>
            <a:fld id="{C1A1004C-CC20-4860-A597-7281101A933E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04443" y="1131147"/>
            <a:ext cx="6760184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exec </a:t>
            </a: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multipod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–c </a:t>
            </a: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nginx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-container –it -- /bin/bash</a:t>
            </a:r>
          </a:p>
          <a:p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#cd /</a:t>
            </a: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/share/</a:t>
            </a: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nginx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/html</a:t>
            </a:r>
          </a:p>
          <a:p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#echo “Hello~ Web” &gt; </a:t>
            </a: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index.thml</a:t>
            </a:r>
            <a:endParaRPr lang="en-US" altLang="ko-K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#cat index.html</a:t>
            </a:r>
          </a:p>
          <a:p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#exit</a:t>
            </a:r>
          </a:p>
          <a:p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#curl 192.168.19.68</a:t>
            </a:r>
          </a:p>
          <a:p>
            <a:endParaRPr lang="en-US" altLang="ko-K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ko-KR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0809" y="499596"/>
            <a:ext cx="6243660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Pod</a:t>
            </a:r>
            <a:r>
              <a:rPr lang="ko-KR" altLang="en-US" sz="2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안 </a:t>
            </a:r>
            <a:r>
              <a:rPr lang="en-US" altLang="ko-KR" sz="24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Container </a:t>
            </a:r>
            <a:r>
              <a:rPr lang="ko-KR" altLang="en-US" sz="2400" b="1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접근 후 내용 수정 </a:t>
            </a:r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0096EB-5DCC-5178-081A-48A3961F2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443" y="3491524"/>
            <a:ext cx="8764223" cy="2819794"/>
          </a:xfrm>
          <a:prstGeom prst="rect">
            <a:avLst/>
          </a:prstGeom>
        </p:spPr>
      </p:pic>
      <p:sp>
        <p:nvSpPr>
          <p:cNvPr id="7" name="모서리가 둥근 직사각형 5">
            <a:extLst>
              <a:ext uri="{FF2B5EF4-FFF2-40B4-BE49-F238E27FC236}">
                <a16:creationId xmlns:a16="http://schemas.microsoft.com/office/drawing/2014/main" id="{0CB84B06-B269-B4F4-BFDB-FDD521FA919E}"/>
              </a:ext>
            </a:extLst>
          </p:cNvPr>
          <p:cNvSpPr/>
          <p:nvPr/>
        </p:nvSpPr>
        <p:spPr>
          <a:xfrm>
            <a:off x="7464627" y="1560495"/>
            <a:ext cx="4449738" cy="1763412"/>
          </a:xfrm>
          <a:prstGeom prst="roundRect">
            <a:avLst>
              <a:gd name="adj" fmla="val 8448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정육면체 7">
            <a:extLst>
              <a:ext uri="{FF2B5EF4-FFF2-40B4-BE49-F238E27FC236}">
                <a16:creationId xmlns:a16="http://schemas.microsoft.com/office/drawing/2014/main" id="{7D1A2F8C-119F-250A-193F-B3B2E1FE6197}"/>
              </a:ext>
            </a:extLst>
          </p:cNvPr>
          <p:cNvSpPr/>
          <p:nvPr/>
        </p:nvSpPr>
        <p:spPr>
          <a:xfrm>
            <a:off x="10112585" y="1931343"/>
            <a:ext cx="771415" cy="857257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88307A-9D96-6356-750D-74EF63D057E0}"/>
              </a:ext>
            </a:extLst>
          </p:cNvPr>
          <p:cNvSpPr txBox="1"/>
          <p:nvPr/>
        </p:nvSpPr>
        <p:spPr>
          <a:xfrm>
            <a:off x="9278822" y="2859286"/>
            <a:ext cx="2339103" cy="393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container: </a:t>
            </a:r>
          </a:p>
          <a:p>
            <a:pPr algn="ctr">
              <a:lnSpc>
                <a:spcPts val="11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ubuntu-container 24.04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정육면체 9">
            <a:extLst>
              <a:ext uri="{FF2B5EF4-FFF2-40B4-BE49-F238E27FC236}">
                <a16:creationId xmlns:a16="http://schemas.microsoft.com/office/drawing/2014/main" id="{52D6DCD0-31B1-EEF0-CEFC-18A789D2CF99}"/>
              </a:ext>
            </a:extLst>
          </p:cNvPr>
          <p:cNvSpPr/>
          <p:nvPr/>
        </p:nvSpPr>
        <p:spPr>
          <a:xfrm>
            <a:off x="8097774" y="1900110"/>
            <a:ext cx="771415" cy="857257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AC3001-2CE8-2125-C592-A0FF945986A8}"/>
              </a:ext>
            </a:extLst>
          </p:cNvPr>
          <p:cNvSpPr txBox="1"/>
          <p:nvPr/>
        </p:nvSpPr>
        <p:spPr>
          <a:xfrm>
            <a:off x="7558352" y="2797866"/>
            <a:ext cx="1646605" cy="415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container: </a:t>
            </a:r>
          </a:p>
          <a:p>
            <a:pPr algn="ctr">
              <a:lnSpc>
                <a:spcPts val="1200"/>
              </a:lnSpc>
            </a:pP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nginx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-container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A4085A2-7538-6C86-2B6C-654D8CD60736}"/>
              </a:ext>
            </a:extLst>
          </p:cNvPr>
          <p:cNvSpPr/>
          <p:nvPr/>
        </p:nvSpPr>
        <p:spPr>
          <a:xfrm>
            <a:off x="8754667" y="2270777"/>
            <a:ext cx="391886" cy="304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94337F-1699-2220-4253-6C0924C39051}"/>
              </a:ext>
            </a:extLst>
          </p:cNvPr>
          <p:cNvSpPr txBox="1"/>
          <p:nvPr/>
        </p:nvSpPr>
        <p:spPr>
          <a:xfrm>
            <a:off x="8851190" y="19950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0F7466-D4E6-9E93-4724-8C408DFEB231}"/>
              </a:ext>
            </a:extLst>
          </p:cNvPr>
          <p:cNvSpPr txBox="1"/>
          <p:nvPr/>
        </p:nvSpPr>
        <p:spPr>
          <a:xfrm>
            <a:off x="10149477" y="2135850"/>
            <a:ext cx="6976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</a:t>
            </a:r>
          </a:p>
          <a:p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10000</a:t>
            </a:r>
            <a:endParaRPr lang="ko-KR" altLang="en-US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C859DA-7638-A58C-0706-3A4CA435FAB9}"/>
              </a:ext>
            </a:extLst>
          </p:cNvPr>
          <p:cNvSpPr txBox="1"/>
          <p:nvPr/>
        </p:nvSpPr>
        <p:spPr>
          <a:xfrm>
            <a:off x="10448373" y="3252599"/>
            <a:ext cx="1923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 : </a:t>
            </a:r>
            <a:r>
              <a:rPr lang="en-US" altLang="ko-K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multipod</a:t>
            </a: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99E1832-30FE-FCAC-8921-3FBDC5FE4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9396313" y="1311329"/>
            <a:ext cx="529914" cy="42081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B90AFDD-D85B-2DA6-22F9-D8CB8693615C}"/>
              </a:ext>
            </a:extLst>
          </p:cNvPr>
          <p:cNvSpPr txBox="1"/>
          <p:nvPr/>
        </p:nvSpPr>
        <p:spPr>
          <a:xfrm>
            <a:off x="8897278" y="998440"/>
            <a:ext cx="1527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192.168.19.68</a:t>
            </a:r>
            <a:endParaRPr lang="ko-KR" altLang="en-US" dirty="0"/>
          </a:p>
        </p:txBody>
      </p:sp>
      <p:pic>
        <p:nvPicPr>
          <p:cNvPr id="20" name="그림 19" descr="텍스트, 스크린샷, 멀티미디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EE6F6D-CC5B-D2B6-CDEA-47D95B7DC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9837" y="4751215"/>
            <a:ext cx="2849664" cy="183745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060D767B-354C-7718-CAE7-444BF5E76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7430" y="6482474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27365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6877" y="292943"/>
            <a:ext cx="791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delete pods multiple  </a:t>
            </a:r>
            <a:r>
              <a:rPr lang="ko-KR" altLang="en-US" b="1" dirty="0">
                <a:latin typeface="+mn-ea"/>
                <a:cs typeface="Times New Roman" panose="02020603050405020304" pitchFamily="18" charset="0"/>
              </a:rPr>
              <a:t>또는</a:t>
            </a:r>
            <a:r>
              <a:rPr lang="ko-KR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delete pods --all</a:t>
            </a:r>
            <a:r>
              <a:rPr lang="ko-KR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그림 3" descr="텍스트, 소프트웨어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156962-A783-4658-959C-8848917A1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86" y="918063"/>
            <a:ext cx="10711572" cy="1978482"/>
          </a:xfrm>
          <a:prstGeom prst="rect">
            <a:avLst/>
          </a:prstGeom>
        </p:spPr>
      </p:pic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152F80-3135-9D3C-F9B6-9306C24E2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86" y="3711102"/>
            <a:ext cx="4977204" cy="2066009"/>
          </a:xfrm>
          <a:prstGeom prst="rect">
            <a:avLst/>
          </a:prstGeom>
        </p:spPr>
      </p:pic>
      <p:sp>
        <p:nvSpPr>
          <p:cNvPr id="2" name="바닥글 개체 틀 3">
            <a:extLst>
              <a:ext uri="{FF2B5EF4-FFF2-40B4-BE49-F238E27FC236}">
                <a16:creationId xmlns:a16="http://schemas.microsoft.com/office/drawing/2014/main" id="{40C98FB5-C1D1-F17A-D3CC-B18D2AD5C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7430" y="6482474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03106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55365" y="579955"/>
            <a:ext cx="3374846" cy="581025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ko-KR" altLang="en-US" sz="2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실습 명령어 정리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224624" y="333375"/>
            <a:ext cx="6446819" cy="63881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pod </a:t>
            </a:r>
            <a:r>
              <a:rPr lang="ko-KR" altLang="en-US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생성</a:t>
            </a:r>
            <a:endParaRPr lang="en-US" altLang="ko-KR" sz="20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vi pod-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multi.yaml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–f pod-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multi.yaml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 </a:t>
            </a:r>
            <a:r>
              <a:rPr lang="ko-KR" altLang="en-US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정보 확인</a:t>
            </a:r>
            <a:endParaRPr lang="en-US" altLang="ko-KR" sz="20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get pods</a:t>
            </a:r>
          </a:p>
          <a:p>
            <a:pPr marL="0" indent="0">
              <a:buNone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get pods –o wide</a:t>
            </a:r>
          </a:p>
          <a:p>
            <a:pPr marL="0" indent="0">
              <a:buNone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 </a:t>
            </a:r>
            <a:r>
              <a:rPr lang="ko-KR" altLang="en-US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상세 정보 확인</a:t>
            </a:r>
            <a:r>
              <a:rPr lang="en-US" altLang="ko-KR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ko-KR" altLang="en-US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장애처리</a:t>
            </a:r>
            <a:r>
              <a:rPr lang="en-US" altLang="ko-KR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ko-KR" altLang="en-US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와 수정</a:t>
            </a:r>
            <a:endParaRPr lang="en-US" altLang="ko-KR" sz="20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describe pod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multipod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edit pod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multipod</a:t>
            </a:r>
            <a:endParaRPr lang="en-US" altLang="ko-KR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❹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</a:t>
            </a:r>
            <a:r>
              <a:rPr lang="en-US" altLang="ko-KR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삭제 </a:t>
            </a:r>
            <a:endParaRPr lang="en-US" altLang="ko-KR" sz="20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buNone/>
            </a:pPr>
            <a:r>
              <a:rPr lang="en-US" altLang="ko-K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delete pod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multipod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delete pod --all</a:t>
            </a:r>
          </a:p>
          <a:p>
            <a:pPr marL="0" indent="0">
              <a:buNone/>
            </a:pPr>
            <a:endParaRPr lang="en-US" altLang="ko-KR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1004C-CC20-4860-A597-7281101A933E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바닥글 개체 틀 3">
            <a:extLst>
              <a:ext uri="{FF2B5EF4-FFF2-40B4-BE49-F238E27FC236}">
                <a16:creationId xmlns:a16="http://schemas.microsoft.com/office/drawing/2014/main" id="{FD0A98B4-EAE2-07F6-C223-F07F13C7F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7430" y="6482474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3043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00015" y="307878"/>
            <a:ext cx="7886700" cy="96197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Static Pod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00015" y="1364979"/>
            <a:ext cx="10253785" cy="48278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100" dirty="0" err="1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Kube-apiserver</a:t>
            </a:r>
            <a:r>
              <a:rPr lang="ko-KR" altLang="en-US" sz="21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를 통하지 않고 </a:t>
            </a:r>
            <a:r>
              <a:rPr lang="en-US" altLang="ko-KR" sz="2100" dirty="0" err="1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kubele</a:t>
            </a:r>
            <a:r>
              <a:rPr lang="en-US" altLang="ko-KR" sz="2100" dirty="0" err="1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t</a:t>
            </a:r>
            <a:r>
              <a:rPr lang="ko-KR" altLang="en-US" sz="21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이 직접 실행하는 </a:t>
            </a:r>
            <a:r>
              <a:rPr lang="en-US" altLang="ko-KR" sz="2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pod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1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     -</a:t>
            </a:r>
            <a:r>
              <a:rPr lang="en-US" altLang="ko-KR" sz="2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API</a:t>
            </a:r>
            <a:r>
              <a:rPr lang="ko-KR" altLang="en-US" sz="2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21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서버 없이 특정 노드에 있는</a:t>
            </a:r>
            <a:r>
              <a:rPr lang="ko-KR" altLang="en-US" sz="2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100" dirty="0" err="1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kubelet</a:t>
            </a:r>
            <a:r>
              <a:rPr lang="en-US" altLang="ko-KR" sz="21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 </a:t>
            </a:r>
            <a:r>
              <a:rPr lang="ko-KR" altLang="en-US" sz="2100" dirty="0" err="1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데몬에</a:t>
            </a:r>
            <a:r>
              <a:rPr lang="ko-KR" altLang="en-US" sz="21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 의해 직접관리</a:t>
            </a:r>
            <a:endParaRPr lang="en-US" altLang="ko-KR" sz="21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1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     - </a:t>
            </a:r>
            <a:r>
              <a:rPr lang="en-US" altLang="ko-KR" sz="2100" dirty="0" err="1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kubelet</a:t>
            </a:r>
            <a:r>
              <a:rPr lang="en-US" altLang="ko-KR" sz="2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daemon</a:t>
            </a:r>
            <a:r>
              <a:rPr lang="ko-KR" altLang="en-US" sz="21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에 의해 관리되는 </a:t>
            </a:r>
            <a:r>
              <a:rPr lang="en-US" altLang="ko-KR" sz="21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container</a:t>
            </a:r>
            <a:r>
              <a:rPr lang="en-US" altLang="ko-KR" sz="21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2100" dirty="0" err="1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Kubelet</a:t>
            </a:r>
            <a:r>
              <a:rPr lang="ko-KR" altLang="en-US" sz="21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이 직접 관리하면서 이상이 생기면 재시작 </a:t>
            </a:r>
            <a:endParaRPr lang="en-US" altLang="ko-KR" sz="21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1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1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     </a:t>
            </a:r>
            <a:endParaRPr lang="ko-KR" altLang="en-US" sz="21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1004C-CC20-4860-A597-7281101A933E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5" name="바닥글 개체 틀 3">
            <a:extLst>
              <a:ext uri="{FF2B5EF4-FFF2-40B4-BE49-F238E27FC236}">
                <a16:creationId xmlns:a16="http://schemas.microsoft.com/office/drawing/2014/main" id="{B63DA1DC-287D-4095-4C36-A2842A1BE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7430" y="6482474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67937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273D202D-6AF7-A4F0-32B5-5156A39E9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259487"/>
            <a:ext cx="9944100" cy="1141597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1004C-CC20-4860-A597-7281101A933E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2857500" y="1259486"/>
            <a:ext cx="2362160" cy="2190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000125" y="1973440"/>
            <a:ext cx="1250116" cy="20478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/>
          <p:cNvCxnSpPr>
            <a:cxnSpLocks/>
          </p:cNvCxnSpPr>
          <p:nvPr/>
        </p:nvCxnSpPr>
        <p:spPr>
          <a:xfrm>
            <a:off x="1428750" y="2178228"/>
            <a:ext cx="400050" cy="975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9895" y="451855"/>
            <a:ext cx="10074330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504000101010101" pitchFamily="18" charset="-127"/>
              </a:rPr>
              <a:t>실습</a:t>
            </a:r>
            <a:r>
              <a:rPr lang="en-US" altLang="ko-KR" sz="28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. Static Pod</a:t>
            </a:r>
            <a:endParaRPr lang="ko-KR" altLang="en-US" sz="2800" dirty="0"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4" name="그림 1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2CC6D2-8119-587E-1D85-96A21F920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913" y="2806281"/>
            <a:ext cx="4843958" cy="3550069"/>
          </a:xfrm>
          <a:prstGeom prst="rect">
            <a:avLst/>
          </a:prstGeom>
        </p:spPr>
      </p:pic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963CDB20-ECC1-EE57-D6D3-10F01E681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7430" y="6482474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20961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326036-3477-B561-FBCA-AB6E469E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8300" y="6365875"/>
            <a:ext cx="2743200" cy="365125"/>
          </a:xfrm>
        </p:spPr>
        <p:txBody>
          <a:bodyPr/>
          <a:lstStyle/>
          <a:p>
            <a:fld id="{5C9DF2A3-83BA-4082-B202-7AACA30BF060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771281-04C1-9D06-7915-6F2C5833C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580" y="574123"/>
            <a:ext cx="5101145" cy="1758324"/>
          </a:xfrm>
          <a:prstGeom prst="rect">
            <a:avLst/>
          </a:prstGeom>
        </p:spPr>
      </p:pic>
      <p:pic>
        <p:nvPicPr>
          <p:cNvPr id="6" name="그림 5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DA64D4-89A7-7436-5A3E-789C288FE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580" y="2746573"/>
            <a:ext cx="9492778" cy="38018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BF9B56-77D4-C873-E4D4-CA4597D0AAD3}"/>
              </a:ext>
            </a:extLst>
          </p:cNvPr>
          <p:cNvSpPr txBox="1"/>
          <p:nvPr/>
        </p:nvSpPr>
        <p:spPr>
          <a:xfrm>
            <a:off x="7114364" y="808749"/>
            <a:ext cx="4115611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 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mkdir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manifests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 nginx-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pod.yaml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0FDDB30F-28F6-93F9-0B57-126B05757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7430" y="6482474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92122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43727" y="410740"/>
            <a:ext cx="7886700" cy="955354"/>
          </a:xfrm>
        </p:spPr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4)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초기화 컨테이너</a:t>
            </a:r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(init container)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99590" y="1272676"/>
            <a:ext cx="10748504" cy="4704096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Main container(App container)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가 실행되기 전 동작시킨 컨테이너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Main Container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가 실행되기 전에 사전 작업이 필요한 경우 사용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초기화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컨터이너가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 모두 실행된 후에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App container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를 실행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   - Init container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는 여러 개 구성할 수 있음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- Init container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실행이 실패하면 성공할 때까지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재시작함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- Init container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가 모두 실행 된 후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App Container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  <a:cs typeface="함초롬바탕" panose="02030604000101010101" pitchFamily="18" charset="-127"/>
              </a:rPr>
              <a:t>실행이 시작 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6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1004C-CC20-4860-A597-7281101A933E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5" name="바닥글 개체 틀 3">
            <a:extLst>
              <a:ext uri="{FF2B5EF4-FFF2-40B4-BE49-F238E27FC236}">
                <a16:creationId xmlns:a16="http://schemas.microsoft.com/office/drawing/2014/main" id="{1416AA4D-4787-9454-39DB-45C3EDE8C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7430" y="6482474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15963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1004C-CC20-4860-A597-7281101A933E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모서리가 둥근 직사각형 2"/>
          <p:cNvSpPr/>
          <p:nvPr/>
        </p:nvSpPr>
        <p:spPr>
          <a:xfrm>
            <a:off x="2606262" y="2004800"/>
            <a:ext cx="6286400" cy="2361361"/>
          </a:xfrm>
          <a:prstGeom prst="roundRect">
            <a:avLst>
              <a:gd name="adj" fmla="val 8448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정육면체 3"/>
          <p:cNvSpPr/>
          <p:nvPr/>
        </p:nvSpPr>
        <p:spPr>
          <a:xfrm>
            <a:off x="7584701" y="2797913"/>
            <a:ext cx="670099" cy="663191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497840" y="4584465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Pod</a:t>
            </a:r>
            <a:endParaRPr lang="ko-KR" altLang="en-US" sz="240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06988" y="3384293"/>
            <a:ext cx="11046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15992" y="3620458"/>
            <a:ext cx="1466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Container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원통 8"/>
          <p:cNvSpPr/>
          <p:nvPr/>
        </p:nvSpPr>
        <p:spPr>
          <a:xfrm>
            <a:off x="3303909" y="2760703"/>
            <a:ext cx="761062" cy="821234"/>
          </a:xfrm>
          <a:prstGeom prst="can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089632" y="3630885"/>
            <a:ext cx="1473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 Container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정육면체 10"/>
          <p:cNvSpPr/>
          <p:nvPr/>
        </p:nvSpPr>
        <p:spPr>
          <a:xfrm>
            <a:off x="5279278" y="2577527"/>
            <a:ext cx="940371" cy="1050053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/>
          <p:cNvCxnSpPr/>
          <p:nvPr/>
        </p:nvCxnSpPr>
        <p:spPr>
          <a:xfrm flipH="1" flipV="1">
            <a:off x="4073118" y="3129508"/>
            <a:ext cx="1395331" cy="41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54643" y="2539150"/>
            <a:ext cx="11608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정상작동</a:t>
            </a:r>
            <a:endParaRPr lang="en-US" altLang="ko-KR" b="1" dirty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유무 점검</a:t>
            </a:r>
          </a:p>
        </p:txBody>
      </p:sp>
      <p:cxnSp>
        <p:nvCxnSpPr>
          <p:cNvPr id="15" name="직선 화살표 연결선 14"/>
          <p:cNvCxnSpPr/>
          <p:nvPr/>
        </p:nvCxnSpPr>
        <p:spPr>
          <a:xfrm flipV="1">
            <a:off x="6161804" y="3102553"/>
            <a:ext cx="1422897" cy="5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71199" y="2435671"/>
            <a:ext cx="1151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성공</a:t>
            </a:r>
            <a:endParaRPr lang="en-US" altLang="ko-KR" b="1" dirty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b="1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실행 가능</a:t>
            </a:r>
            <a:endParaRPr lang="ko-KR" altLang="en-US" b="1" dirty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0" name="제목 1"/>
          <p:cNvSpPr txBox="1">
            <a:spLocks/>
          </p:cNvSpPr>
          <p:nvPr/>
        </p:nvSpPr>
        <p:spPr>
          <a:xfrm>
            <a:off x="1163811" y="763083"/>
            <a:ext cx="7886700" cy="95535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초기화 컨테이너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(init container)</a:t>
            </a:r>
            <a:endParaRPr lang="ko-KR" altLang="en-US" sz="3200">
              <a:latin typeface="나눔고딕" panose="020D0604000000000000" pitchFamily="50" charset="-127"/>
              <a:ea typeface="나눔고딕" panose="020D0604000000000000" pitchFamily="50" charset="-127"/>
              <a:cs typeface="함초롬바탕" panose="02030504000101010101" pitchFamily="18" charset="-127"/>
            </a:endParaRPr>
          </a:p>
        </p:txBody>
      </p:sp>
      <p:sp>
        <p:nvSpPr>
          <p:cNvPr id="7" name="바닥글 개체 틀 3">
            <a:extLst>
              <a:ext uri="{FF2B5EF4-FFF2-40B4-BE49-F238E27FC236}">
                <a16:creationId xmlns:a16="http://schemas.microsoft.com/office/drawing/2014/main" id="{283A0B42-36D6-F744-1DC1-A92B78F5D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7430" y="6482474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26904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513699" y="3023658"/>
            <a:ext cx="2057400" cy="365125"/>
          </a:xfrm>
        </p:spPr>
        <p:txBody>
          <a:bodyPr/>
          <a:lstStyle/>
          <a:p>
            <a:fld id="{C1A1004C-CC20-4860-A597-7281101A933E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4" name="모서리가 둥근 직사각형 3"/>
          <p:cNvSpPr/>
          <p:nvPr/>
        </p:nvSpPr>
        <p:spPr>
          <a:xfrm>
            <a:off x="1661652" y="1524000"/>
            <a:ext cx="8613058" cy="3146323"/>
          </a:xfrm>
          <a:prstGeom prst="roundRect">
            <a:avLst>
              <a:gd name="adj" fmla="val 8448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정육면체 4"/>
          <p:cNvSpPr/>
          <p:nvPr/>
        </p:nvSpPr>
        <p:spPr>
          <a:xfrm>
            <a:off x="7761066" y="2643546"/>
            <a:ext cx="670099" cy="663191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683352" y="3229926"/>
            <a:ext cx="1325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Myapp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-pod 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51177" y="3235015"/>
            <a:ext cx="1466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Container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 flipH="1" flipV="1">
            <a:off x="4081633" y="2381068"/>
            <a:ext cx="1371479" cy="469701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>
            <a:off x="6112239" y="2975284"/>
            <a:ext cx="1571113" cy="17202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28157" y="2239254"/>
            <a:ext cx="1444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성공</a:t>
            </a:r>
            <a:r>
              <a:rPr lang="en-US" altLang="ko-KR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될때만 </a:t>
            </a:r>
            <a:endParaRPr lang="en-US" altLang="ko-KR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ko-KR" altLang="en-US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실행</a:t>
            </a:r>
            <a:endParaRPr lang="ko-KR" altLang="en-US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16" name="정육면체 15"/>
          <p:cNvSpPr/>
          <p:nvPr/>
        </p:nvSpPr>
        <p:spPr>
          <a:xfrm>
            <a:off x="3270254" y="2050619"/>
            <a:ext cx="820336" cy="716662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정육면체 16"/>
          <p:cNvSpPr/>
          <p:nvPr/>
        </p:nvSpPr>
        <p:spPr>
          <a:xfrm>
            <a:off x="3270254" y="3194759"/>
            <a:ext cx="820336" cy="716662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2631705" y="1707223"/>
            <a:ext cx="3010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myservice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Container(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busybox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88996" y="3869862"/>
            <a:ext cx="2595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mydb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Container(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busybox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직선 화살표 연결선 20"/>
          <p:cNvCxnSpPr>
            <a:stCxn id="20" idx="2"/>
          </p:cNvCxnSpPr>
          <p:nvPr/>
        </p:nvCxnSpPr>
        <p:spPr>
          <a:xfrm flipH="1">
            <a:off x="4103534" y="3065635"/>
            <a:ext cx="1349578" cy="407333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정육면체 19"/>
          <p:cNvSpPr/>
          <p:nvPr/>
        </p:nvSpPr>
        <p:spPr>
          <a:xfrm>
            <a:off x="5453112" y="2656881"/>
            <a:ext cx="701208" cy="654007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24" y="5130231"/>
            <a:ext cx="11594792" cy="10397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463547" y="4670323"/>
            <a:ext cx="12987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Alt+Enter</a:t>
            </a:r>
            <a:endParaRPr lang="ko-KR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5F407306-9119-9EE4-80F7-0BD303B28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7430" y="6482474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40570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081783" y="3055626"/>
            <a:ext cx="3052818" cy="3117850"/>
          </a:xfrm>
        </p:spPr>
        <p:txBody>
          <a:bodyPr>
            <a:no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apiVersion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v1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kind: Pod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metadata: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name: 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myapp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-pod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spec: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containers: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name: 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myapp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-container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ko-KR" altLang="en-US" sz="1400"/>
              <a:t>중간 생략</a:t>
            </a:r>
            <a:r>
              <a:rPr lang="en-US" altLang="ko-KR" sz="1400" dirty="0"/>
              <a:t>~~~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initContainers</a:t>
            </a:r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name: 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myservice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ko-KR" altLang="en-US" sz="1400"/>
              <a:t>중간 생략</a:t>
            </a:r>
            <a:r>
              <a:rPr lang="en-US" altLang="ko-KR" sz="1400" dirty="0"/>
              <a:t>~~~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name: 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mydb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ko-KR" altLang="en-US" sz="1400"/>
              <a:t>중간 생략</a:t>
            </a:r>
            <a:r>
              <a:rPr lang="en-US" altLang="ko-KR" sz="1400" dirty="0"/>
              <a:t>~~~</a:t>
            </a:r>
            <a:endParaRPr lang="ko-KR" altLang="en-US" sz="14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1004C-CC20-4860-A597-7281101A933E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7081784" y="2976798"/>
            <a:ext cx="2443217" cy="37446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1"/>
          <p:cNvSpPr txBox="1">
            <a:spLocks/>
          </p:cNvSpPr>
          <p:nvPr/>
        </p:nvSpPr>
        <p:spPr>
          <a:xfrm>
            <a:off x="6525374" y="161787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A1004C-CC20-4860-A597-7281101A933E}" type="slidenum">
              <a:rPr lang="ko-K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</a:t>
            </a:fld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525342" y="154660"/>
            <a:ext cx="7259362" cy="2687433"/>
          </a:xfrm>
          <a:prstGeom prst="roundRect">
            <a:avLst>
              <a:gd name="adj" fmla="val 266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정육면체 8"/>
          <p:cNvSpPr/>
          <p:nvPr/>
        </p:nvSpPr>
        <p:spPr>
          <a:xfrm>
            <a:off x="8283026" y="1237766"/>
            <a:ext cx="670099" cy="663191"/>
          </a:xfrm>
          <a:prstGeom prst="cub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01004" y="1846851"/>
            <a:ext cx="1806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myapp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-container </a:t>
            </a:r>
          </a:p>
          <a:p>
            <a:pPr algn="ct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12496" y="2123850"/>
            <a:ext cx="1466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Container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직선 화살표 연결선 11"/>
          <p:cNvCxnSpPr/>
          <p:nvPr/>
        </p:nvCxnSpPr>
        <p:spPr>
          <a:xfrm flipH="1" flipV="1">
            <a:off x="4037993" y="932344"/>
            <a:ext cx="1554224" cy="697587"/>
          </a:xfrm>
          <a:prstGeom prst="straightConnector1">
            <a:avLst/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cxnSpLocks/>
          </p:cNvCxnSpPr>
          <p:nvPr/>
        </p:nvCxnSpPr>
        <p:spPr>
          <a:xfrm flipV="1">
            <a:off x="6123914" y="1629931"/>
            <a:ext cx="1554224" cy="3519"/>
          </a:xfrm>
          <a:prstGeom prst="straightConnector1">
            <a:avLst/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62850" y="1275644"/>
            <a:ext cx="979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성공가능</a:t>
            </a:r>
          </a:p>
        </p:txBody>
      </p:sp>
      <p:sp>
        <p:nvSpPr>
          <p:cNvPr id="15" name="정육면체 14"/>
          <p:cNvSpPr/>
          <p:nvPr/>
        </p:nvSpPr>
        <p:spPr>
          <a:xfrm>
            <a:off x="3475187" y="644840"/>
            <a:ext cx="562806" cy="592926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정육면체 15"/>
          <p:cNvSpPr/>
          <p:nvPr/>
        </p:nvSpPr>
        <p:spPr>
          <a:xfrm>
            <a:off x="3444884" y="1824147"/>
            <a:ext cx="530390" cy="554851"/>
          </a:xfrm>
          <a:prstGeom prst="cub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74241" y="253817"/>
            <a:ext cx="21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myservice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Container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74240" y="2480026"/>
            <a:ext cx="1682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mydb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Container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직선 화살표 연결선 18"/>
          <p:cNvCxnSpPr>
            <a:stCxn id="20" idx="2"/>
          </p:cNvCxnSpPr>
          <p:nvPr/>
        </p:nvCxnSpPr>
        <p:spPr>
          <a:xfrm flipH="1">
            <a:off x="3970877" y="1749587"/>
            <a:ext cx="1482938" cy="397724"/>
          </a:xfrm>
          <a:prstGeom prst="straightConnector1">
            <a:avLst/>
          </a:prstGeom>
          <a:ln w="127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정육면체 19"/>
          <p:cNvSpPr/>
          <p:nvPr/>
        </p:nvSpPr>
        <p:spPr>
          <a:xfrm>
            <a:off x="5453815" y="1340834"/>
            <a:ext cx="701208" cy="654007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434757" y="3356011"/>
            <a:ext cx="1795517" cy="2308324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apiVersion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v1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kind: Service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metadata: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name: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myservice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spec: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ports: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protocol: TCP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port: 80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targetPort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9376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657008" y="3332492"/>
            <a:ext cx="2059290" cy="2308324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apiVersion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v1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kind: Service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metadata: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name: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mydb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spec: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ports: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protocol: TCP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port: 80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targetPort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9377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34756" y="5640817"/>
            <a:ext cx="13484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myservice.yaml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93523" y="5640857"/>
            <a:ext cx="9973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mydb.yaml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634805" y="6122749"/>
            <a:ext cx="1466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 Container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8760264" y="3055626"/>
            <a:ext cx="175560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myapp-pod.yaml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008235D-6EA3-B203-9BB3-FA47BD3B88A0}"/>
              </a:ext>
            </a:extLst>
          </p:cNvPr>
          <p:cNvSpPr/>
          <p:nvPr/>
        </p:nvSpPr>
        <p:spPr>
          <a:xfrm>
            <a:off x="7695027" y="932344"/>
            <a:ext cx="1971631" cy="16757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FB5C6A-86DD-F4E1-AA53-3EAE0C5455C1}"/>
              </a:ext>
            </a:extLst>
          </p:cNvPr>
          <p:cNvSpPr txBox="1"/>
          <p:nvPr/>
        </p:nvSpPr>
        <p:spPr>
          <a:xfrm>
            <a:off x="7964656" y="555747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myapp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-pod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A8CF197-ECF6-991A-57A8-1EF1E2FDB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7430" y="6482474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99191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560028"/>
            <a:ext cx="10515600" cy="512578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kubectl</a:t>
            </a: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delete pod --all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watch </a:t>
            </a:r>
            <a:r>
              <a:rPr lang="en-US" altLang="ko-KR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kubectl</a:t>
            </a: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get pods –o wide </a:t>
            </a:r>
          </a:p>
          <a:p>
            <a:pPr>
              <a:lnSpc>
                <a:spcPct val="150000"/>
              </a:lnSpc>
            </a:pP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–f init-container-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exam.yaml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–f 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mydb.yaml</a:t>
            </a: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–f 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myservice.yaml</a:t>
            </a: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get pods - o wide </a:t>
            </a:r>
          </a:p>
          <a:p>
            <a:pPr>
              <a:lnSpc>
                <a:spcPct val="150000"/>
              </a:lnSpc>
            </a:pPr>
            <a:r>
              <a:rPr lang="en-US" altLang="ko-KR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kubectl</a:t>
            </a: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describe pods </a:t>
            </a:r>
            <a:r>
              <a:rPr lang="en-US" altLang="ko-KR" i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pod</a:t>
            </a:r>
            <a:r>
              <a:rPr lang="ko-KR" altLang="en-US" i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명</a:t>
            </a:r>
            <a:endParaRPr lang="en-US" altLang="ko-KR" i="1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kubectl</a:t>
            </a:r>
            <a:r>
              <a:rPr lang="en-US" altLang="ko-KR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delete pod --all</a:t>
            </a:r>
            <a:endParaRPr lang="ko-KR" altLang="en-US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DF2A3-83BA-4082-B202-7AACA30BF060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2" name="바닥글 개체 틀 3">
            <a:extLst>
              <a:ext uri="{FF2B5EF4-FFF2-40B4-BE49-F238E27FC236}">
                <a16:creationId xmlns:a16="http://schemas.microsoft.com/office/drawing/2014/main" id="{2AB8E329-7226-B87B-C949-0F279DF53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7430" y="6482474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8565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13E0746-BA58-835B-EA9E-CC11539DF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DF2A3-83BA-4082-B202-7AACA30BF060}" type="slidenum">
              <a:rPr lang="ko-KR" altLang="en-US" smtClean="0"/>
              <a:t>30</a:t>
            </a:fld>
            <a:endParaRPr lang="ko-KR" altLang="en-US"/>
          </a:p>
        </p:txBody>
      </p:sp>
      <p:pic>
        <p:nvPicPr>
          <p:cNvPr id="4" name="그림 3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3470A6-C0D5-12E9-5B60-B38428056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112770"/>
            <a:ext cx="11536450" cy="1806098"/>
          </a:xfrm>
          <a:prstGeom prst="rect">
            <a:avLst/>
          </a:prstGeom>
        </p:spPr>
      </p:pic>
      <p:pic>
        <p:nvPicPr>
          <p:cNvPr id="6" name="그림 5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D9A4AF-0FC6-0E57-C79F-BD11A3F44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4132458"/>
            <a:ext cx="11536450" cy="2207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4C434F-F745-1D22-85D4-102A633690E5}"/>
              </a:ext>
            </a:extLst>
          </p:cNvPr>
          <p:cNvSpPr txBox="1"/>
          <p:nvPr/>
        </p:nvSpPr>
        <p:spPr>
          <a:xfrm>
            <a:off x="304800" y="45569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–f </a:t>
            </a:r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-container-</a:t>
            </a:r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exam.yaml</a:t>
            </a:r>
            <a:endParaRPr lang="ko-KR" alt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0B8737-6268-8F55-5028-E13C7FAE7080}"/>
              </a:ext>
            </a:extLst>
          </p:cNvPr>
          <p:cNvSpPr txBox="1"/>
          <p:nvPr/>
        </p:nvSpPr>
        <p:spPr>
          <a:xfrm>
            <a:off x="228600" y="3140942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–f </a:t>
            </a: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mydb.yaml</a:t>
            </a:r>
            <a:endParaRPr lang="en-US" altLang="ko-K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–f </a:t>
            </a:r>
            <a:r>
              <a:rPr lang="en-US" altLang="ko-K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myservice.yaml</a:t>
            </a:r>
            <a:endParaRPr lang="en-US" altLang="ko-K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C6BC47CD-A695-1F7F-936E-C06BC0F4A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7430" y="6482474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68524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18189AB-E366-D8E6-3643-6BE8F5A06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DF2A3-83BA-4082-B202-7AACA30BF060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4" name="그림 3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FF3FAAE-796B-5333-3886-B71FC545A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266590"/>
            <a:ext cx="11421318" cy="31886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4E6C5F-327A-FD97-B3B0-70C943912293}"/>
              </a:ext>
            </a:extLst>
          </p:cNvPr>
          <p:cNvSpPr txBox="1"/>
          <p:nvPr/>
        </p:nvSpPr>
        <p:spPr>
          <a:xfrm>
            <a:off x="495300" y="501134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600" dirty="0" err="1"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kubectl</a:t>
            </a:r>
            <a:r>
              <a:rPr lang="ko-KR" altLang="en-US" sz="2600" dirty="0"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2600" dirty="0" err="1"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describe</a:t>
            </a:r>
            <a:r>
              <a:rPr lang="ko-KR" altLang="en-US" sz="2600" dirty="0"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2600" dirty="0" err="1"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pods</a:t>
            </a:r>
            <a:r>
              <a:rPr lang="ko-KR" altLang="en-US" sz="2600" dirty="0"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2600" dirty="0" err="1">
                <a:latin typeface="Times New Roman" panose="02020603050405020304" pitchFamily="18" charset="0"/>
                <a:ea typeface="나눔고딕" panose="020D0604000000000000" pitchFamily="50" charset="-127"/>
                <a:cs typeface="Times New Roman" panose="02020603050405020304" pitchFamily="18" charset="0"/>
              </a:rPr>
              <a:t>myapp-pod</a:t>
            </a:r>
            <a:endParaRPr lang="ko-KR" altLang="en-US" sz="2600" dirty="0">
              <a:latin typeface="Times New Roman" panose="02020603050405020304" pitchFamily="18" charset="0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바닥글 개체 틀 3">
            <a:extLst>
              <a:ext uri="{FF2B5EF4-FFF2-40B4-BE49-F238E27FC236}">
                <a16:creationId xmlns:a16="http://schemas.microsoft.com/office/drawing/2014/main" id="{1242B383-6D25-5C89-2201-C46E3F090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7430" y="6482474"/>
            <a:ext cx="8650014" cy="375526"/>
          </a:xfrm>
        </p:spPr>
        <p:txBody>
          <a:bodyPr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 공유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블로그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카페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·SNS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엄격히 금지합니다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위반 시 법적 책임 및 학사 규정에 따른 불이익이 발생할 수 있습니다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66858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746980-E00F-CFC7-96FA-06218BA1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2844" y="6405510"/>
            <a:ext cx="2743200" cy="365125"/>
          </a:xfrm>
        </p:spPr>
        <p:txBody>
          <a:bodyPr/>
          <a:lstStyle/>
          <a:p>
            <a:fld id="{63F4EE31-DF97-401B-8EFC-6DF72BC54FD3}" type="slidenum">
              <a:rPr lang="ko-KR" altLang="en-US" sz="1000" smtClean="0"/>
              <a:t>32</a:t>
            </a:fld>
            <a:endParaRPr lang="ko-KR" altLang="en-US" sz="10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DEA330-23B8-F326-E9B6-6394315E2A66}"/>
              </a:ext>
            </a:extLst>
          </p:cNvPr>
          <p:cNvSpPr/>
          <p:nvPr/>
        </p:nvSpPr>
        <p:spPr>
          <a:xfrm>
            <a:off x="3277825" y="3324579"/>
            <a:ext cx="5377404" cy="1257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Copyright 2026. Kwon Sora. All rights reserved.</a:t>
            </a:r>
          </a:p>
          <a:p>
            <a:pPr>
              <a:lnSpc>
                <a:spcPct val="150000"/>
              </a:lnSpc>
            </a:pPr>
            <a:r>
              <a:rPr lang="en-US" altLang="ko-KR" sz="13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soraland@hotmail.com</a:t>
            </a:r>
          </a:p>
          <a:p>
            <a:pPr>
              <a:lnSpc>
                <a:spcPct val="150000"/>
              </a:lnSpc>
            </a:pPr>
            <a:r>
              <a:rPr lang="en-US" altLang="ko-KR" sz="13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http://github.com/soraddang </a:t>
            </a:r>
            <a:br>
              <a:rPr lang="en-US" altLang="ko-KR" sz="1300" dirty="0"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</a:br>
            <a:endParaRPr lang="ko-KR" altLang="en-US" sz="1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811A01E-1988-7363-75F1-0BC7BD7A2E96}"/>
              </a:ext>
            </a:extLst>
          </p:cNvPr>
          <p:cNvSpPr/>
          <p:nvPr/>
        </p:nvSpPr>
        <p:spPr>
          <a:xfrm>
            <a:off x="3277825" y="2522256"/>
            <a:ext cx="7015061" cy="7009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교재는 수강생 개인 학습용으로만 제공됩니다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무단 복제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배포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공유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온라인 게시 행위를 금합니다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882CB19-4AD1-AC74-62F1-558A1DC39932}"/>
              </a:ext>
            </a:extLst>
          </p:cNvPr>
          <p:cNvSpPr/>
          <p:nvPr/>
        </p:nvSpPr>
        <p:spPr>
          <a:xfrm>
            <a:off x="2806767" y="2014865"/>
            <a:ext cx="6721966" cy="2828270"/>
          </a:xfrm>
          <a:prstGeom prst="roundRect">
            <a:avLst>
              <a:gd name="adj" fmla="val 8388"/>
            </a:avLst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778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5042</TotalTime>
  <Words>2330</Words>
  <Application>Microsoft Office PowerPoint</Application>
  <PresentationFormat>와이드스크린</PresentationFormat>
  <Paragraphs>386</Paragraphs>
  <Slides>32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1" baseType="lpstr">
      <vt:lpstr>나노고딕</vt:lpstr>
      <vt:lpstr>나눔고딕</vt:lpstr>
      <vt:lpstr>맑은 고딕</vt:lpstr>
      <vt:lpstr>함초롬바탕</vt:lpstr>
      <vt:lpstr>Arial</vt:lpstr>
      <vt:lpstr>Calibri</vt:lpstr>
      <vt:lpstr>Calibri Light</vt:lpstr>
      <vt:lpstr>Times New Roman</vt:lpstr>
      <vt:lpstr>Office 테마</vt:lpstr>
      <vt:lpstr>Pod</vt:lpstr>
      <vt:lpstr>[학습 내용]</vt:lpstr>
      <vt:lpstr>Pod(파드)</vt:lpstr>
      <vt:lpstr>PowerPoint 프레젠테이션</vt:lpstr>
      <vt:lpstr>K8S에서 Pod 생성 방법 2가지 </vt:lpstr>
      <vt:lpstr>PowerPoint 프레젠테이션</vt:lpstr>
      <vt:lpstr>    2) YAML(야믈) 파일을 이용한 pod 생성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 명령어 정리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 명령어 정리 </vt:lpstr>
      <vt:lpstr>3) Static Pod</vt:lpstr>
      <vt:lpstr>PowerPoint 프레젠테이션</vt:lpstr>
      <vt:lpstr>PowerPoint 프레젠테이션</vt:lpstr>
      <vt:lpstr>4) 초기화 컨테이너(init container)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Sora Kwon</dc:creator>
  <cp:lastModifiedBy>Sora Kwon</cp:lastModifiedBy>
  <cp:revision>217</cp:revision>
  <cp:lastPrinted>2021-04-11T04:09:53Z</cp:lastPrinted>
  <dcterms:created xsi:type="dcterms:W3CDTF">2021-03-01T12:11:01Z</dcterms:created>
  <dcterms:modified xsi:type="dcterms:W3CDTF">2026-10-16T00:26:17Z</dcterms:modified>
</cp:coreProperties>
</file>