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96AF1-A745-4E27-9D1E-160DCFF02045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C8B9E-6E37-4E24-A115-21371A4E1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911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0225C-2C9E-4B89-B9CC-F24202CC834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09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D51D7-8C31-B3E9-D1F4-02E57D473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CD6AFD-720C-A68F-09AA-14F7E7C20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B6A3CE-F6CA-8B89-03FF-7C0BB928B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4C64-2FCB-46E0-9B10-B0279D4675BD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5DEFDE-19CC-4CB7-1718-9B8E72A4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121ACD-F875-018C-BDC5-51E238287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12F00-CC91-459C-91C8-0BB7F325B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197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AB90C-3FB2-014D-2DB1-7B2F9F63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8D0BF7-D262-E460-A55E-B893B1298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7B7E0-8EE3-9CC9-F347-4595BACD6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4C64-2FCB-46E0-9B10-B0279D4675BD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52B9EB-6F60-EE8A-BE3B-9DAD78EC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1211F4-AC97-2BDF-2B32-14C7FC82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12F00-CC91-459C-91C8-0BB7F325B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23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B879C-19F7-5D12-7FDC-CBA8FBA8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7CB194-36A6-4055-82FF-C669835DE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341434-C97A-C34D-0588-515BC30D4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4C64-2FCB-46E0-9B10-B0279D4675BD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978786-83D2-8601-8A4B-8AC3E2950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63CF0E-F2F3-186A-B2AE-CFA22559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12F00-CC91-459C-91C8-0BB7F325B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12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C41DD-A3B8-2554-CA14-CEB8B476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DF9A34-6115-A868-ADEF-49050691C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39C143-F7B2-850F-4AA2-547C955F3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B139CF-C119-E34C-6B5C-0A871AA6D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4C64-2FCB-46E0-9B10-B0279D4675BD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9CA463-81DE-1C54-C76A-411069FB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76C3DF-F17C-23E7-EB57-B4729782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12F00-CC91-459C-91C8-0BB7F325B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BB7DB-4B75-BDEE-8D98-AC8D4C841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D8DD9F-1C57-DEDA-177C-46B016DD4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005AE7-3897-4650-07FB-0DA3A35AD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82ED72-16E1-8DD9-E19B-E0DC742CA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3CF036-072B-1912-DA69-FC715106F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E5691A-0FC2-F966-4991-4E8351B70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4C64-2FCB-46E0-9B10-B0279D4675BD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AEB0C3-520E-704F-6199-D3D51C765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645C9B-195D-8F19-B804-BFAA3125B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12F00-CC91-459C-91C8-0BB7F325B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0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AECD1-0BF8-A7B4-7022-2D224A17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823A57-1E39-485F-B770-1F9AF6FC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4C64-2FCB-46E0-9B10-B0279D4675BD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5FCD1-49A2-984F-A05A-A38D358E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D0C9BE-C220-1DEE-ED19-7272BEE7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12F00-CC91-459C-91C8-0BB7F325B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44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E9CEB0-DC36-912F-B375-CD493AB0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4C64-2FCB-46E0-9B10-B0279D4675BD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31CD6A-19F9-14E6-C0EF-1864BB341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5A3D17-3C12-E274-C0C6-B0B39653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12F00-CC91-459C-91C8-0BB7F325B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737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84D2AF-3E92-A8C2-C384-6EEB86E41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22C672-32BB-F4FA-2406-62F21840E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E8A774-E44A-A5FD-3670-27A2925D4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B5AC57-E6E1-E807-599F-124CE0D0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4C64-2FCB-46E0-9B10-B0279D4675BD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3054AD-D8B3-7BB6-D4DB-D4B6A745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039AD8-EF10-66F0-BE3A-54FDB05A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12F00-CC91-459C-91C8-0BB7F325B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033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D60C5C-D706-99F6-4F7B-54C41B2B5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9D792F-84BA-153D-9B4D-FCC283D87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C1C676-DEB3-A2E1-B9E4-019A72FDC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2F67CD-1493-FD86-D488-24476FD28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4C64-2FCB-46E0-9B10-B0279D4675BD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F18B88-F230-8296-7EC3-8E961574D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DC2761-A2DF-745E-8F78-FDC53AC2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12F00-CC91-459C-91C8-0BB7F325B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77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6E19B-497B-33DF-BF9B-DD3A4649D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4F5494-395F-915F-E794-1CB4538D5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0ACDB7-E3C4-2851-115D-5D1FC7B84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4C64-2FCB-46E0-9B10-B0279D4675BD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E0580E-0380-C520-3175-97B268B1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E4938D-0B50-3F45-3006-8658476FB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12F00-CC91-459C-91C8-0BB7F325B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06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39474C-36CC-3961-55D6-B09F0A86E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A4F105-0A3A-7E4A-A05A-B8DD40495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289C2A-8635-BA44-2E9F-C0F2D4FE8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4C64-2FCB-46E0-9B10-B0279D4675BD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0D4C66-2117-FE53-0AB6-064B0D94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61A9EF-8539-1740-DACE-E2A9D1416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12F00-CC91-459C-91C8-0BB7F325B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567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68D9FCF-A9BD-7806-9932-CBDE7B002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3A44B8-5DEE-9521-64D6-B6FECC89B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329CAC-C6DA-D388-5D9E-97C51272B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14C64-2FCB-46E0-9B10-B0279D4675BD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29A441-2957-C6B3-66E0-FEE5F31AD0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66435C-7F73-CB19-83CF-4116000D8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12F00-CC91-459C-91C8-0BB7F325B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37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모서리가 둥근 직사각형 3">
            <a:extLst>
              <a:ext uri="{FF2B5EF4-FFF2-40B4-BE49-F238E27FC236}">
                <a16:creationId xmlns:a16="http://schemas.microsoft.com/office/drawing/2014/main" id="{A146CD2F-81EE-41EA-D8DD-2674B22BA792}"/>
              </a:ext>
            </a:extLst>
          </p:cNvPr>
          <p:cNvSpPr/>
          <p:nvPr/>
        </p:nvSpPr>
        <p:spPr>
          <a:xfrm>
            <a:off x="5093073" y="3837618"/>
            <a:ext cx="5101155" cy="426702"/>
          </a:xfrm>
          <a:prstGeom prst="roundRect">
            <a:avLst>
              <a:gd name="adj" fmla="val 1492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83" dirty="0">
              <a:latin typeface="+mn-ea"/>
            </a:endParaRPr>
          </a:p>
        </p:txBody>
      </p:sp>
      <p:pic>
        <p:nvPicPr>
          <p:cNvPr id="25" name="그림 24" descr="폰트, 그래픽, 로고, 상징이(가) 표시된 사진&#10;&#10;자동 생성된 설명">
            <a:extLst>
              <a:ext uri="{FF2B5EF4-FFF2-40B4-BE49-F238E27FC236}">
                <a16:creationId xmlns:a16="http://schemas.microsoft.com/office/drawing/2014/main" id="{7C06A8D6-EEBB-A1F4-84A1-6096BE2D7D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4" t="22471" r="10019" b="24147"/>
          <a:stretch/>
        </p:blipFill>
        <p:spPr>
          <a:xfrm>
            <a:off x="1275506" y="68564"/>
            <a:ext cx="1012483" cy="470528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84885C73-DCE3-1D25-0F08-E78EBCC1AFF6}"/>
              </a:ext>
            </a:extLst>
          </p:cNvPr>
          <p:cNvSpPr/>
          <p:nvPr/>
        </p:nvSpPr>
        <p:spPr>
          <a:xfrm flipV="1">
            <a:off x="1143000" y="650165"/>
            <a:ext cx="9906000" cy="77388"/>
          </a:xfrm>
          <a:prstGeom prst="rect">
            <a:avLst/>
          </a:prstGeom>
          <a:solidFill>
            <a:srgbClr val="F01B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532B7-FBD6-B5C7-F8CC-413270BDFC90}"/>
              </a:ext>
            </a:extLst>
          </p:cNvPr>
          <p:cNvSpPr txBox="1"/>
          <p:nvPr/>
        </p:nvSpPr>
        <p:spPr>
          <a:xfrm>
            <a:off x="2272155" y="196572"/>
            <a:ext cx="1487170" cy="400110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  <a:latin typeface="Congenial SemiBold" panose="020F0502020204030204" pitchFamily="2" charset="0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University</a:t>
            </a:r>
            <a:endParaRPr lang="en-US" altLang="ko-KR" sz="3600" dirty="0">
              <a:solidFill>
                <a:schemeClr val="bg1">
                  <a:lumMod val="65000"/>
                </a:schemeClr>
              </a:solidFill>
              <a:latin typeface="Congenial SemiBold" panose="020F0502020204030204" pitchFamily="2" charset="0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FDAAFB-A932-3393-4688-A9F5F1BE9117}"/>
              </a:ext>
            </a:extLst>
          </p:cNvPr>
          <p:cNvSpPr/>
          <p:nvPr/>
        </p:nvSpPr>
        <p:spPr>
          <a:xfrm>
            <a:off x="1143000" y="6774137"/>
            <a:ext cx="9906000" cy="103113"/>
          </a:xfrm>
          <a:prstGeom prst="rect">
            <a:avLst/>
          </a:prstGeom>
          <a:solidFill>
            <a:srgbClr val="F01B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994DC-75D8-ED5A-EE10-3F65CC27CE4F}"/>
              </a:ext>
            </a:extLst>
          </p:cNvPr>
          <p:cNvSpPr txBox="1"/>
          <p:nvPr/>
        </p:nvSpPr>
        <p:spPr>
          <a:xfrm>
            <a:off x="1324764" y="1493333"/>
            <a:ext cx="9542472" cy="976036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ko-KR" altLang="en-US" sz="2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교육받으시느라 정말 고생하셨습니다</a:t>
            </a:r>
            <a:r>
              <a:rPr lang="en-US" altLang="ko-KR" sz="2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</a:p>
          <a:p>
            <a:pPr algn="ctr">
              <a:lnSpc>
                <a:spcPct val="120000"/>
              </a:lnSpc>
            </a:pPr>
            <a:r>
              <a:rPr lang="ko-KR" altLang="en-US" sz="2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교육이 현업에서 잘 활용될 수 있는 교육이 되었기를 바랍니다</a:t>
            </a:r>
            <a:r>
              <a:rPr lang="en-US" altLang="ko-KR" sz="2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E52EE357-3EFA-22C8-02EF-2E55681EB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839" y="3390684"/>
            <a:ext cx="6416353" cy="87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참여방법</a:t>
            </a: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         </a:t>
            </a: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카메라 </a:t>
            </a:r>
            <a: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on </a:t>
            </a:r>
            <a: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Wingdings" panose="05000000000000000000" pitchFamily="2" charset="2"/>
              </a:rPr>
              <a:t>QR </a:t>
            </a: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Wingdings" panose="05000000000000000000" pitchFamily="2" charset="2"/>
              </a:rPr>
              <a:t>인식</a:t>
            </a:r>
            <a: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Wingdings" panose="05000000000000000000" pitchFamily="2" charset="2"/>
              </a:rPr>
              <a:t> ’</a:t>
            </a: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Wingdings" panose="05000000000000000000" pitchFamily="2" charset="2"/>
              </a:rPr>
              <a:t>브라우저에서 열기</a:t>
            </a:r>
            <a: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Wingdings" panose="05000000000000000000" pitchFamily="2" charset="2"/>
              </a:rPr>
              <a:t>’</a:t>
            </a: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Wingdings" panose="05000000000000000000" pitchFamily="2" charset="2"/>
              </a:rPr>
              <a:t>로 이동</a:t>
            </a:r>
            <a:endParaRPr lang="en-US" altLang="ko-KR" sz="20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8957CC-A2E9-B970-9398-3FBED040CEF7}"/>
              </a:ext>
            </a:extLst>
          </p:cNvPr>
          <p:cNvSpPr/>
          <p:nvPr/>
        </p:nvSpPr>
        <p:spPr>
          <a:xfrm>
            <a:off x="1496531" y="901822"/>
            <a:ext cx="5306125" cy="44015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351C07-F526-735C-32B3-2B38B446E049}"/>
              </a:ext>
            </a:extLst>
          </p:cNvPr>
          <p:cNvSpPr txBox="1"/>
          <p:nvPr/>
        </p:nvSpPr>
        <p:spPr>
          <a:xfrm>
            <a:off x="1740429" y="926878"/>
            <a:ext cx="5062227" cy="384721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0" tIns="0" rIns="0" bIns="0" rtlCol="0">
            <a:spAutoFit/>
          </a:bodyPr>
          <a:lstStyle/>
          <a:p>
            <a:pPr defTabSz="975022" latinLnBrk="0">
              <a:spcBef>
                <a:spcPts val="500"/>
              </a:spcBef>
              <a:buClr>
                <a:schemeClr val="tx1">
                  <a:lumMod val="65000"/>
                  <a:lumOff val="35000"/>
                </a:schemeClr>
              </a:buClr>
              <a:buSzPct val="60000"/>
            </a:pPr>
            <a:r>
              <a:rPr lang="ko-KR" altLang="en-US" sz="2500" b="1" spc="-60" dirty="0">
                <a:ln w="8890">
                  <a:noFill/>
                </a:ln>
                <a:solidFill>
                  <a:srgbClr val="F01B23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만족도 설문</a:t>
            </a:r>
            <a:r>
              <a:rPr lang="en-US" altLang="ko-KR" sz="2500" b="1" spc="-60" dirty="0">
                <a:ln w="8890">
                  <a:noFill/>
                </a:ln>
                <a:solidFill>
                  <a:srgbClr val="F01B23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(</a:t>
            </a:r>
            <a:r>
              <a:rPr lang="ko-KR" altLang="en-US" sz="2500" b="1" spc="-60" dirty="0">
                <a:ln w="8890">
                  <a:noFill/>
                </a:ln>
                <a:solidFill>
                  <a:srgbClr val="F01B23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스마트폰</a:t>
            </a:r>
            <a:r>
              <a:rPr lang="en-US" altLang="ko-KR" sz="2500" b="1" spc="-60" dirty="0">
                <a:ln w="8890">
                  <a:noFill/>
                </a:ln>
                <a:solidFill>
                  <a:srgbClr val="F01B23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PC </a:t>
            </a:r>
            <a:r>
              <a:rPr lang="ko-KR" altLang="en-US" sz="2500" b="1" spc="-60" dirty="0">
                <a:ln w="8890">
                  <a:noFill/>
                </a:ln>
                <a:solidFill>
                  <a:srgbClr val="F01B23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모두 가능</a:t>
            </a:r>
            <a:r>
              <a:rPr lang="en-US" altLang="ko-KR" sz="2500" b="1" spc="-60" dirty="0">
                <a:ln w="8890">
                  <a:noFill/>
                </a:ln>
                <a:solidFill>
                  <a:srgbClr val="F01B23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  <a:endParaRPr lang="ko-KR" altLang="en-US" sz="2500" b="1" spc="-60" dirty="0">
              <a:ln w="8890">
                <a:noFill/>
              </a:ln>
              <a:solidFill>
                <a:srgbClr val="F01B23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9CCEE59-52B9-5BEE-CE78-994C78A7F940}"/>
              </a:ext>
            </a:extLst>
          </p:cNvPr>
          <p:cNvSpPr/>
          <p:nvPr/>
        </p:nvSpPr>
        <p:spPr>
          <a:xfrm>
            <a:off x="1482923" y="901816"/>
            <a:ext cx="76377" cy="440159"/>
          </a:xfrm>
          <a:prstGeom prst="roundRect">
            <a:avLst/>
          </a:prstGeom>
          <a:solidFill>
            <a:srgbClr val="F01B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CC1309FD-AFEE-9D7B-1275-C5B06A7A12E6}"/>
              </a:ext>
            </a:extLst>
          </p:cNvPr>
          <p:cNvSpPr/>
          <p:nvPr/>
        </p:nvSpPr>
        <p:spPr>
          <a:xfrm>
            <a:off x="1701076" y="5226342"/>
            <a:ext cx="8789851" cy="1426022"/>
          </a:xfrm>
          <a:prstGeom prst="roundRect">
            <a:avLst>
              <a:gd name="adj" fmla="val 1492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83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47B190-F880-4667-BD3B-C003955C470C}"/>
              </a:ext>
            </a:extLst>
          </p:cNvPr>
          <p:cNvSpPr txBox="1"/>
          <p:nvPr/>
        </p:nvSpPr>
        <p:spPr>
          <a:xfrm>
            <a:off x="1324764" y="5277968"/>
            <a:ext cx="9542472" cy="1260473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ko-KR" altLang="en-US" sz="2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📢</a:t>
            </a:r>
            <a:r>
              <a:rPr lang="ko-KR" altLang="en-US" sz="25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알립니다</a:t>
            </a:r>
            <a:r>
              <a:rPr lang="ko-KR" altLang="en-US" sz="2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📢</a:t>
            </a:r>
            <a:endParaRPr lang="en-US" altLang="ko-KR" sz="25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퇴실은 교육 종료 </a:t>
            </a: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10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분 전부터 가능합니다</a:t>
            </a: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  <a:r>
              <a:rPr lang="en-US" altLang="ko-KR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(ex.</a:t>
            </a:r>
            <a:r>
              <a:rPr lang="ko-KR" altLang="en-US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en-US" altLang="ko-KR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5</a:t>
            </a:r>
            <a:r>
              <a:rPr lang="ko-KR" altLang="en-US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 </a:t>
            </a:r>
            <a:r>
              <a:rPr lang="en-US" altLang="ko-KR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30</a:t>
            </a:r>
            <a:r>
              <a:rPr lang="ko-KR" altLang="en-US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분 종료 교육 → </a:t>
            </a:r>
            <a:r>
              <a:rPr lang="en-US" altLang="ko-KR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</a:t>
            </a:r>
            <a:r>
              <a:rPr lang="ko-KR" altLang="en-US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분 부터 가능</a:t>
            </a:r>
            <a:r>
              <a:rPr lang="en-US" altLang="ko-KR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</a:p>
          <a:p>
            <a:pPr algn="ctr">
              <a:lnSpc>
                <a:spcPct val="120000"/>
              </a:lnSpc>
            </a:pP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10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분 이전 퇴실</a:t>
            </a: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or 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퇴실 진행하지 않으시면</a:t>
            </a: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조퇴</a:t>
            </a: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/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결석 처리가 됩니다😢 </a:t>
            </a:r>
            <a:endParaRPr lang="en-US" altLang="ko-KR" sz="20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EBC978-5E4D-3D22-5F40-8D60401BF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774" y="2695116"/>
            <a:ext cx="2238587" cy="227412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0529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와이드스크린</PresentationFormat>
  <Paragraphs>10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Arial</vt:lpstr>
      <vt:lpstr>Congenial SemiBold</vt:lpstr>
      <vt:lpstr>Microsoft GothicNeo</vt:lpstr>
      <vt:lpstr>Wingdings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 재</dc:creator>
  <cp:lastModifiedBy>재 재</cp:lastModifiedBy>
  <cp:revision>1</cp:revision>
  <dcterms:created xsi:type="dcterms:W3CDTF">2026-08-14T00:02:45Z</dcterms:created>
  <dcterms:modified xsi:type="dcterms:W3CDTF">2026-08-14T00:03:35Z</dcterms:modified>
</cp:coreProperties>
</file>